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7"/>
  </p:notesMasterIdLst>
  <p:sldIdLst>
    <p:sldId id="256" r:id="rId5"/>
    <p:sldId id="258" r:id="rId6"/>
    <p:sldId id="259" r:id="rId7"/>
    <p:sldId id="261" r:id="rId8"/>
    <p:sldId id="262" r:id="rId9"/>
    <p:sldId id="263" r:id="rId10"/>
    <p:sldId id="264" r:id="rId11"/>
    <p:sldId id="265" r:id="rId12"/>
    <p:sldId id="268" r:id="rId13"/>
    <p:sldId id="257" r:id="rId14"/>
    <p:sldId id="266" r:id="rId15"/>
    <p:sldId id="267" r:id="rId16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A5E01-BA23-18E1-DCF6-E5C46CF236C7}" v="120" dt="2025-11-14T15:51:28.842"/>
    <p1510:client id="{0FFB4083-3B2E-2A6A-F0E7-C0FF5C836540}" v="91" dt="2025-11-15T03:30:08.945"/>
    <p1510:client id="{280131EC-E028-9B0F-FDF1-4E7BF93DAEB6}" v="15" dt="2025-11-15T02:41:40.733"/>
    <p1510:client id="{2C091672-69B1-0874-4C84-10AB0A900DDD}" v="61" dt="2025-11-14T16:34:19.639"/>
    <p1510:client id="{4D5FD745-66A4-826D-CC6B-AD216AA2BB48}" v="26" dt="2025-11-14T11:10:54.366"/>
    <p1510:client id="{57B659E1-75D9-087F-E1B2-74E737E57077}" v="3" dt="2025-11-15T02:53:55.763"/>
    <p1510:client id="{91104CAB-4683-05AE-3D9A-FEF41D8A1AFC}" v="46" dt="2025-11-14T15:50:03.976"/>
    <p1510:client id="{ABDB5723-FFAA-C02C-C158-10D6663CE098}" v="58" dt="2025-11-15T03:15:19.383"/>
    <p1510:client id="{BE1971C7-85DA-671A-5C03-87B2AA02E9C4}" v="110" dt="2025-11-14T16:22:10.562"/>
    <p1510:client id="{C548CB1D-32AD-4A01-B31C-AFC1760A5C6F}" v="814" dt="2025-11-14T17:02:50.632"/>
    <p1510:client id="{C89215D8-8C39-B47C-C02E-ACF192385A8C}" v="325" dt="2025-11-14T12:57:50.2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LWIN MOE OO#" userId="S::c250007@e.ntu.edu.sg::1dd09941-d6d3-49cc-acff-7c552bc2aac0" providerId="AD" clId="Web-{233D6F5B-C1A0-A1F3-70BA-4B6B99DB0023}"/>
    <pc:docChg chg="addSld modSld">
      <pc:chgData name="#LWIN MOE OO#" userId="S::c250007@e.ntu.edu.sg::1dd09941-d6d3-49cc-acff-7c552bc2aac0" providerId="AD" clId="Web-{233D6F5B-C1A0-A1F3-70BA-4B6B99DB0023}" dt="2025-11-08T13:50:58.960" v="48"/>
      <pc:docMkLst>
        <pc:docMk/>
      </pc:docMkLst>
      <pc:sldChg chg="modSp">
        <pc:chgData name="#LWIN MOE OO#" userId="S::c250007@e.ntu.edu.sg::1dd09941-d6d3-49cc-acff-7c552bc2aac0" providerId="AD" clId="Web-{233D6F5B-C1A0-A1F3-70BA-4B6B99DB0023}" dt="2025-11-08T13:50:54.148" v="47" actId="20577"/>
        <pc:sldMkLst>
          <pc:docMk/>
          <pc:sldMk cId="109857222" sldId="256"/>
        </pc:sldMkLst>
        <pc:spChg chg="mod">
          <ac:chgData name="#LWIN MOE OO#" userId="S::c250007@e.ntu.edu.sg::1dd09941-d6d3-49cc-acff-7c552bc2aac0" providerId="AD" clId="Web-{233D6F5B-C1A0-A1F3-70BA-4B6B99DB0023}" dt="2025-11-08T13:50:30.489" v="4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#LWIN MOE OO#" userId="S::c250007@e.ntu.edu.sg::1dd09941-d6d3-49cc-acff-7c552bc2aac0" providerId="AD" clId="Web-{233D6F5B-C1A0-A1F3-70BA-4B6B99DB0023}" dt="2025-11-08T13:50:54.148" v="47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new">
        <pc:chgData name="#LWIN MOE OO#" userId="S::c250007@e.ntu.edu.sg::1dd09941-d6d3-49cc-acff-7c552bc2aac0" providerId="AD" clId="Web-{233D6F5B-C1A0-A1F3-70BA-4B6B99DB0023}" dt="2025-11-08T13:50:58.960" v="48"/>
        <pc:sldMkLst>
          <pc:docMk/>
          <pc:sldMk cId="2703079337" sldId="257"/>
        </pc:sldMkLst>
      </pc:sldChg>
    </pc:docChg>
  </pc:docChgLst>
  <pc:docChgLst>
    <pc:chgData name="#LWIN MOE OO#" userId="S::c250007@e.ntu.edu.sg::1dd09941-d6d3-49cc-acff-7c552bc2aac0" providerId="AD" clId="Web-{2C091672-69B1-0874-4C84-10AB0A900DDD}"/>
    <pc:docChg chg="modSld">
      <pc:chgData name="#LWIN MOE OO#" userId="S::c250007@e.ntu.edu.sg::1dd09941-d6d3-49cc-acff-7c552bc2aac0" providerId="AD" clId="Web-{2C091672-69B1-0874-4C84-10AB0A900DDD}" dt="2025-11-14T16:34:17.982" v="175" actId="20577"/>
      <pc:docMkLst>
        <pc:docMk/>
      </pc:docMkLst>
      <pc:sldChg chg="modNotes">
        <pc:chgData name="#LWIN MOE OO#" userId="S::c250007@e.ntu.edu.sg::1dd09941-d6d3-49cc-acff-7c552bc2aac0" providerId="AD" clId="Web-{2C091672-69B1-0874-4C84-10AB0A900DDD}" dt="2025-11-14T15:59:08.987" v="3"/>
        <pc:sldMkLst>
          <pc:docMk/>
          <pc:sldMk cId="109857222" sldId="256"/>
        </pc:sldMkLst>
      </pc:sldChg>
      <pc:sldChg chg="modNotes">
        <pc:chgData name="#LWIN MOE OO#" userId="S::c250007@e.ntu.edu.sg::1dd09941-d6d3-49cc-acff-7c552bc2aac0" providerId="AD" clId="Web-{2C091672-69B1-0874-4C84-10AB0A900DDD}" dt="2025-11-14T15:59:11.518" v="5"/>
        <pc:sldMkLst>
          <pc:docMk/>
          <pc:sldMk cId="78934428" sldId="258"/>
        </pc:sldMkLst>
      </pc:sldChg>
      <pc:sldChg chg="modNotes">
        <pc:chgData name="#LWIN MOE OO#" userId="S::c250007@e.ntu.edu.sg::1dd09941-d6d3-49cc-acff-7c552bc2aac0" providerId="AD" clId="Web-{2C091672-69B1-0874-4C84-10AB0A900DDD}" dt="2025-11-14T15:59:17.503" v="10"/>
        <pc:sldMkLst>
          <pc:docMk/>
          <pc:sldMk cId="2997418902" sldId="259"/>
        </pc:sldMkLst>
      </pc:sldChg>
      <pc:sldChg chg="addSp modSp modNotes">
        <pc:chgData name="#LWIN MOE OO#" userId="S::c250007@e.ntu.edu.sg::1dd09941-d6d3-49cc-acff-7c552bc2aac0" providerId="AD" clId="Web-{2C091672-69B1-0874-4C84-10AB0A900DDD}" dt="2025-11-14T16:34:17.982" v="175" actId="20577"/>
        <pc:sldMkLst>
          <pc:docMk/>
          <pc:sldMk cId="2462205672" sldId="265"/>
        </pc:sldMkLst>
        <pc:spChg chg="add mod">
          <ac:chgData name="#LWIN MOE OO#" userId="S::c250007@e.ntu.edu.sg::1dd09941-d6d3-49cc-acff-7c552bc2aac0" providerId="AD" clId="Web-{2C091672-69B1-0874-4C84-10AB0A900DDD}" dt="2025-11-14T16:24:40.121" v="28" actId="1076"/>
          <ac:spMkLst>
            <pc:docMk/>
            <pc:sldMk cId="2462205672" sldId="265"/>
            <ac:spMk id="4" creationId="{70F2E48F-7CB5-6571-34AD-D8664223C664}"/>
          </ac:spMkLst>
        </pc:spChg>
        <pc:spChg chg="add mod">
          <ac:chgData name="#LWIN MOE OO#" userId="S::c250007@e.ntu.edu.sg::1dd09941-d6d3-49cc-acff-7c552bc2aac0" providerId="AD" clId="Web-{2C091672-69B1-0874-4C84-10AB0A900DDD}" dt="2025-11-14T16:24:55.502" v="38" actId="20577"/>
          <ac:spMkLst>
            <pc:docMk/>
            <pc:sldMk cId="2462205672" sldId="265"/>
            <ac:spMk id="8" creationId="{39B55849-2123-7054-6DE2-6C134003EB17}"/>
          </ac:spMkLst>
        </pc:spChg>
        <pc:spChg chg="add mod">
          <ac:chgData name="#LWIN MOE OO#" userId="S::c250007@e.ntu.edu.sg::1dd09941-d6d3-49cc-acff-7c552bc2aac0" providerId="AD" clId="Web-{2C091672-69B1-0874-4C84-10AB0A900DDD}" dt="2025-11-14T16:34:17.982" v="175" actId="20577"/>
          <ac:spMkLst>
            <pc:docMk/>
            <pc:sldMk cId="2462205672" sldId="265"/>
            <ac:spMk id="9" creationId="{281310B1-F9EA-A4E0-377C-64BEE7D6E290}"/>
          </ac:spMkLst>
        </pc:spChg>
        <pc:picChg chg="mod">
          <ac:chgData name="#LWIN MOE OO#" userId="S::c250007@e.ntu.edu.sg::1dd09941-d6d3-49cc-acff-7c552bc2aac0" providerId="AD" clId="Web-{2C091672-69B1-0874-4C84-10AB0A900DDD}" dt="2025-11-14T16:24:44.621" v="32" actId="1076"/>
          <ac:picMkLst>
            <pc:docMk/>
            <pc:sldMk cId="2462205672" sldId="265"/>
            <ac:picMk id="3" creationId="{0D01EC61-CF9B-8E6F-09B7-2E5824822DFC}"/>
          </ac:picMkLst>
        </pc:picChg>
        <pc:picChg chg="mod">
          <ac:chgData name="#LWIN MOE OO#" userId="S::c250007@e.ntu.edu.sg::1dd09941-d6d3-49cc-acff-7c552bc2aac0" providerId="AD" clId="Web-{2C091672-69B1-0874-4C84-10AB0A900DDD}" dt="2025-11-14T16:34:02.795" v="163" actId="1076"/>
          <ac:picMkLst>
            <pc:docMk/>
            <pc:sldMk cId="2462205672" sldId="265"/>
            <ac:picMk id="6" creationId="{03C84618-CF57-75F3-0D0B-60BBBC360A23}"/>
          </ac:picMkLst>
        </pc:picChg>
        <pc:picChg chg="mod">
          <ac:chgData name="#LWIN MOE OO#" userId="S::c250007@e.ntu.edu.sg::1dd09941-d6d3-49cc-acff-7c552bc2aac0" providerId="AD" clId="Web-{2C091672-69B1-0874-4C84-10AB0A900DDD}" dt="2025-11-14T16:24:19.915" v="19" actId="1076"/>
          <ac:picMkLst>
            <pc:docMk/>
            <pc:sldMk cId="2462205672" sldId="265"/>
            <ac:picMk id="7" creationId="{105B33BC-AEF2-0242-01E0-35118351F210}"/>
          </ac:picMkLst>
        </pc:picChg>
        <pc:picChg chg="mod">
          <ac:chgData name="#LWIN MOE OO#" userId="S::c250007@e.ntu.edu.sg::1dd09941-d6d3-49cc-acff-7c552bc2aac0" providerId="AD" clId="Web-{2C091672-69B1-0874-4C84-10AB0A900DDD}" dt="2025-11-14T16:24:46.152" v="33" actId="1076"/>
          <ac:picMkLst>
            <pc:docMk/>
            <pc:sldMk cId="2462205672" sldId="265"/>
            <ac:picMk id="10" creationId="{BEBE4ACC-665A-8BD3-BF74-F41342CE4126}"/>
          </ac:picMkLst>
        </pc:picChg>
      </pc:sldChg>
      <pc:sldChg chg="modNotes">
        <pc:chgData name="#LWIN MOE OO#" userId="S::c250007@e.ntu.edu.sg::1dd09941-d6d3-49cc-acff-7c552bc2aac0" providerId="AD" clId="Web-{2C091672-69B1-0874-4C84-10AB0A900DDD}" dt="2025-11-14T16:00:37.429" v="16"/>
        <pc:sldMkLst>
          <pc:docMk/>
          <pc:sldMk cId="919294963" sldId="266"/>
        </pc:sldMkLst>
      </pc:sldChg>
    </pc:docChg>
  </pc:docChgLst>
  <pc:docChgLst>
    <pc:chgData name="#MURPHY WONG KAH LEONG#" userId="215c4a66-cb52-4461-8f6c-adbfeca3fdd7" providerId="ADAL" clId="{531D5B17-E35C-4949-8022-F8AF49343C73}"/>
    <pc:docChg chg="undo custSel addSld delSld modSld modMainMaster">
      <pc:chgData name="#MURPHY WONG KAH LEONG#" userId="215c4a66-cb52-4461-8f6c-adbfeca3fdd7" providerId="ADAL" clId="{531D5B17-E35C-4949-8022-F8AF49343C73}" dt="2025-11-12T05:19:57.349" v="78"/>
      <pc:docMkLst>
        <pc:docMk/>
      </pc:docMkLst>
      <pc:sldChg chg="addSp delSp modSp mod modClrScheme delDesignElem chgLayout">
        <pc:chgData name="#MURPHY WONG KAH LEONG#" userId="215c4a66-cb52-4461-8f6c-adbfeca3fdd7" providerId="ADAL" clId="{531D5B17-E35C-4949-8022-F8AF49343C73}" dt="2025-11-12T05:19:44.481" v="73" actId="20577"/>
        <pc:sldMkLst>
          <pc:docMk/>
          <pc:sldMk cId="78934428" sldId="258"/>
        </pc:sldMkLst>
        <pc:spChg chg="mod ord">
          <ac:chgData name="#MURPHY WONG KAH LEONG#" userId="215c4a66-cb52-4461-8f6c-adbfeca3fdd7" providerId="ADAL" clId="{531D5B17-E35C-4949-8022-F8AF49343C73}" dt="2025-11-12T05:18:20.015" v="26" actId="700"/>
          <ac:spMkLst>
            <pc:docMk/>
            <pc:sldMk cId="78934428" sldId="258"/>
            <ac:spMk id="2" creationId="{40408F4A-FC08-BA83-1DBF-AB7710D33D22}"/>
          </ac:spMkLst>
        </pc:spChg>
        <pc:spChg chg="add mod ord">
          <ac:chgData name="#MURPHY WONG KAH LEONG#" userId="215c4a66-cb52-4461-8f6c-adbfeca3fdd7" providerId="ADAL" clId="{531D5B17-E35C-4949-8022-F8AF49343C73}" dt="2025-11-12T05:19:44.481" v="73" actId="20577"/>
          <ac:spMkLst>
            <pc:docMk/>
            <pc:sldMk cId="78934428" sldId="258"/>
            <ac:spMk id="5" creationId="{6744CE58-4E65-E0B0-6254-CCCFB0EE1140}"/>
          </ac:spMkLst>
        </pc:spChg>
        <pc:spChg chg="mod ord">
          <ac:chgData name="#MURPHY WONG KAH LEONG#" userId="215c4a66-cb52-4461-8f6c-adbfeca3fdd7" providerId="ADAL" clId="{531D5B17-E35C-4949-8022-F8AF49343C73}" dt="2025-11-12T05:18:20.015" v="26" actId="700"/>
          <ac:spMkLst>
            <pc:docMk/>
            <pc:sldMk cId="78934428" sldId="258"/>
            <ac:spMk id="8" creationId="{F48D0F77-D87C-D055-A873-4DAB9011810E}"/>
          </ac:spMkLst>
        </pc:spChg>
        <pc:picChg chg="mod">
          <ac:chgData name="#MURPHY WONG KAH LEONG#" userId="215c4a66-cb52-4461-8f6c-adbfeca3fdd7" providerId="ADAL" clId="{531D5B17-E35C-4949-8022-F8AF49343C73}" dt="2025-11-12T05:18:36.114" v="28" actId="208"/>
          <ac:picMkLst>
            <pc:docMk/>
            <pc:sldMk cId="78934428" sldId="258"/>
            <ac:picMk id="4" creationId="{FA9CCE84-F783-D51B-F8C5-F843704FEFDE}"/>
          </ac:picMkLst>
        </pc:picChg>
      </pc:sldChg>
      <pc:sldChg chg="addSp delSp modSp mod modClrScheme chgLayout">
        <pc:chgData name="#MURPHY WONG KAH LEONG#" userId="215c4a66-cb52-4461-8f6c-adbfeca3fdd7" providerId="ADAL" clId="{531D5B17-E35C-4949-8022-F8AF49343C73}" dt="2025-11-12T05:19:40.309" v="59" actId="20577"/>
        <pc:sldMkLst>
          <pc:docMk/>
          <pc:sldMk cId="2997418902" sldId="259"/>
        </pc:sldMkLst>
        <pc:spChg chg="mod ord">
          <ac:chgData name="#MURPHY WONG KAH LEONG#" userId="215c4a66-cb52-4461-8f6c-adbfeca3fdd7" providerId="ADAL" clId="{531D5B17-E35C-4949-8022-F8AF49343C73}" dt="2025-11-12T05:17:39.708" v="25" actId="700"/>
          <ac:spMkLst>
            <pc:docMk/>
            <pc:sldMk cId="2997418902" sldId="259"/>
            <ac:spMk id="2" creationId="{1A0864BF-ACBB-23D5-B3AE-21F901E6EDA5}"/>
          </ac:spMkLst>
        </pc:spChg>
        <pc:spChg chg="add mod ord">
          <ac:chgData name="#MURPHY WONG KAH LEONG#" userId="215c4a66-cb52-4461-8f6c-adbfeca3fdd7" providerId="ADAL" clId="{531D5B17-E35C-4949-8022-F8AF49343C73}" dt="2025-11-12T05:19:40.309" v="59" actId="20577"/>
          <ac:spMkLst>
            <pc:docMk/>
            <pc:sldMk cId="2997418902" sldId="259"/>
            <ac:spMk id="6" creationId="{7453184F-6190-5D19-33CF-43374C24C7C8}"/>
          </ac:spMkLst>
        </pc:spChg>
      </pc:sldChg>
      <pc:sldChg chg="addSp delSp modSp mod modClrScheme chgLayout">
        <pc:chgData name="#MURPHY WONG KAH LEONG#" userId="215c4a66-cb52-4461-8f6c-adbfeca3fdd7" providerId="ADAL" clId="{531D5B17-E35C-4949-8022-F8AF49343C73}" dt="2025-11-12T05:19:53.063" v="75"/>
        <pc:sldMkLst>
          <pc:docMk/>
          <pc:sldMk cId="266668027" sldId="261"/>
        </pc:sldMkLst>
        <pc:spChg chg="mod ord">
          <ac:chgData name="#MURPHY WONG KAH LEONG#" userId="215c4a66-cb52-4461-8f6c-adbfeca3fdd7" providerId="ADAL" clId="{531D5B17-E35C-4949-8022-F8AF49343C73}" dt="2025-11-12T05:19:10.305" v="31" actId="700"/>
          <ac:spMkLst>
            <pc:docMk/>
            <pc:sldMk cId="266668027" sldId="261"/>
            <ac:spMk id="2" creationId="{AC61A561-3594-859A-EFB9-DFD47EFB43D1}"/>
          </ac:spMkLst>
        </pc:spChg>
        <pc:spChg chg="add mod ord">
          <ac:chgData name="#MURPHY WONG KAH LEONG#" userId="215c4a66-cb52-4461-8f6c-adbfeca3fdd7" providerId="ADAL" clId="{531D5B17-E35C-4949-8022-F8AF49343C73}" dt="2025-11-12T05:19:53.063" v="75"/>
          <ac:spMkLst>
            <pc:docMk/>
            <pc:sldMk cId="266668027" sldId="261"/>
            <ac:spMk id="5" creationId="{0A0FF736-8C72-DC2C-F0D4-7D55C464BE73}"/>
          </ac:spMkLst>
        </pc:spChg>
      </pc:sldChg>
      <pc:sldChg chg="addSp delSp modSp mod modClrScheme chgLayout">
        <pc:chgData name="#MURPHY WONG KAH LEONG#" userId="215c4a66-cb52-4461-8f6c-adbfeca3fdd7" providerId="ADAL" clId="{531D5B17-E35C-4949-8022-F8AF49343C73}" dt="2025-11-12T05:19:51.131" v="74"/>
        <pc:sldMkLst>
          <pc:docMk/>
          <pc:sldMk cId="2027014821" sldId="262"/>
        </pc:sldMkLst>
        <pc:spChg chg="mod ord">
          <ac:chgData name="#MURPHY WONG KAH LEONG#" userId="215c4a66-cb52-4461-8f6c-adbfeca3fdd7" providerId="ADAL" clId="{531D5B17-E35C-4949-8022-F8AF49343C73}" dt="2025-11-12T05:19:10.305" v="31" actId="700"/>
          <ac:spMkLst>
            <pc:docMk/>
            <pc:sldMk cId="2027014821" sldId="262"/>
            <ac:spMk id="2" creationId="{FB135779-5683-AA40-93FB-4719B6EEF287}"/>
          </ac:spMkLst>
        </pc:spChg>
        <pc:spChg chg="add mod ord">
          <ac:chgData name="#MURPHY WONG KAH LEONG#" userId="215c4a66-cb52-4461-8f6c-adbfeca3fdd7" providerId="ADAL" clId="{531D5B17-E35C-4949-8022-F8AF49343C73}" dt="2025-11-12T05:19:51.131" v="74"/>
          <ac:spMkLst>
            <pc:docMk/>
            <pc:sldMk cId="2027014821" sldId="262"/>
            <ac:spMk id="5" creationId="{49EB4D8A-7185-BB8C-869D-37F826C0CAAA}"/>
          </ac:spMkLst>
        </pc:spChg>
      </pc:sldChg>
      <pc:sldChg chg="addSp delSp modSp mod modClrScheme chgLayout">
        <pc:chgData name="#MURPHY WONG KAH LEONG#" userId="215c4a66-cb52-4461-8f6c-adbfeca3fdd7" providerId="ADAL" clId="{531D5B17-E35C-4949-8022-F8AF49343C73}" dt="2025-11-12T05:19:54.400" v="76"/>
        <pc:sldMkLst>
          <pc:docMk/>
          <pc:sldMk cId="3750020553" sldId="263"/>
        </pc:sldMkLst>
        <pc:spChg chg="mod ord">
          <ac:chgData name="#MURPHY WONG KAH LEONG#" userId="215c4a66-cb52-4461-8f6c-adbfeca3fdd7" providerId="ADAL" clId="{531D5B17-E35C-4949-8022-F8AF49343C73}" dt="2025-11-12T05:19:10.305" v="31" actId="700"/>
          <ac:spMkLst>
            <pc:docMk/>
            <pc:sldMk cId="3750020553" sldId="263"/>
            <ac:spMk id="2" creationId="{395D3138-89EB-57BB-2ABB-116125B8BE8E}"/>
          </ac:spMkLst>
        </pc:spChg>
        <pc:spChg chg="add mod ord">
          <ac:chgData name="#MURPHY WONG KAH LEONG#" userId="215c4a66-cb52-4461-8f6c-adbfeca3fdd7" providerId="ADAL" clId="{531D5B17-E35C-4949-8022-F8AF49343C73}" dt="2025-11-12T05:19:54.400" v="76"/>
          <ac:spMkLst>
            <pc:docMk/>
            <pc:sldMk cId="3750020553" sldId="263"/>
            <ac:spMk id="5" creationId="{1E530C0E-3F57-A88D-4925-2F34FD021BFF}"/>
          </ac:spMkLst>
        </pc:spChg>
      </pc:sldChg>
      <pc:sldChg chg="addSp delSp modSp mod modClrScheme chgLayout">
        <pc:chgData name="#MURPHY WONG KAH LEONG#" userId="215c4a66-cb52-4461-8f6c-adbfeca3fdd7" providerId="ADAL" clId="{531D5B17-E35C-4949-8022-F8AF49343C73}" dt="2025-11-12T05:19:56.073" v="77"/>
        <pc:sldMkLst>
          <pc:docMk/>
          <pc:sldMk cId="2068233959" sldId="264"/>
        </pc:sldMkLst>
        <pc:spChg chg="mod ord">
          <ac:chgData name="#MURPHY WONG KAH LEONG#" userId="215c4a66-cb52-4461-8f6c-adbfeca3fdd7" providerId="ADAL" clId="{531D5B17-E35C-4949-8022-F8AF49343C73}" dt="2025-11-12T05:19:10.305" v="31" actId="700"/>
          <ac:spMkLst>
            <pc:docMk/>
            <pc:sldMk cId="2068233959" sldId="264"/>
            <ac:spMk id="2" creationId="{A57A9AEF-873B-144E-EBE0-6528719D2D6B}"/>
          </ac:spMkLst>
        </pc:spChg>
        <pc:spChg chg="add mod ord">
          <ac:chgData name="#MURPHY WONG KAH LEONG#" userId="215c4a66-cb52-4461-8f6c-adbfeca3fdd7" providerId="ADAL" clId="{531D5B17-E35C-4949-8022-F8AF49343C73}" dt="2025-11-12T05:19:56.073" v="77"/>
          <ac:spMkLst>
            <pc:docMk/>
            <pc:sldMk cId="2068233959" sldId="264"/>
            <ac:spMk id="5" creationId="{977177D4-E785-218D-9157-2BFA68A32616}"/>
          </ac:spMkLst>
        </pc:spChg>
      </pc:sldChg>
      <pc:sldChg chg="addSp delSp modSp mod modClrScheme chgLayout">
        <pc:chgData name="#MURPHY WONG KAH LEONG#" userId="215c4a66-cb52-4461-8f6c-adbfeca3fdd7" providerId="ADAL" clId="{531D5B17-E35C-4949-8022-F8AF49343C73}" dt="2025-11-12T05:19:57.349" v="78"/>
        <pc:sldMkLst>
          <pc:docMk/>
          <pc:sldMk cId="2462205672" sldId="265"/>
        </pc:sldMkLst>
        <pc:spChg chg="mod ord">
          <ac:chgData name="#MURPHY WONG KAH LEONG#" userId="215c4a66-cb52-4461-8f6c-adbfeca3fdd7" providerId="ADAL" clId="{531D5B17-E35C-4949-8022-F8AF49343C73}" dt="2025-11-12T05:19:10.305" v="31" actId="700"/>
          <ac:spMkLst>
            <pc:docMk/>
            <pc:sldMk cId="2462205672" sldId="265"/>
            <ac:spMk id="2" creationId="{975EEBF8-4966-1AA3-F6EB-0A5CD2A5035F}"/>
          </ac:spMkLst>
        </pc:spChg>
        <pc:spChg chg="add mod ord">
          <ac:chgData name="#MURPHY WONG KAH LEONG#" userId="215c4a66-cb52-4461-8f6c-adbfeca3fdd7" providerId="ADAL" clId="{531D5B17-E35C-4949-8022-F8AF49343C73}" dt="2025-11-12T05:19:57.349" v="78"/>
          <ac:spMkLst>
            <pc:docMk/>
            <pc:sldMk cId="2462205672" sldId="265"/>
            <ac:spMk id="5" creationId="{81CA29D8-BA1B-4FAC-19A7-9A257880D274}"/>
          </ac:spMkLst>
        </pc:spChg>
      </pc:sldChg>
      <pc:sldMasterChg chg="modSldLayout">
        <pc:chgData name="#MURPHY WONG KAH LEONG#" userId="215c4a66-cb52-4461-8f6c-adbfeca3fdd7" providerId="ADAL" clId="{531D5B17-E35C-4949-8022-F8AF49343C73}" dt="2025-11-12T05:18:59.878" v="30" actId="14100"/>
        <pc:sldMasterMkLst>
          <pc:docMk/>
          <pc:sldMasterMk cId="2460954070" sldId="2147483660"/>
        </pc:sldMasterMkLst>
        <pc:sldLayoutChg chg="addSp delSp modSp mod">
          <pc:chgData name="#MURPHY WONG KAH LEONG#" userId="215c4a66-cb52-4461-8f6c-adbfeca3fdd7" providerId="ADAL" clId="{531D5B17-E35C-4949-8022-F8AF49343C73}" dt="2025-11-12T05:18:59.878" v="30" actId="14100"/>
          <pc:sldLayoutMkLst>
            <pc:docMk/>
            <pc:sldMasterMk cId="2460954070" sldId="2147483660"/>
            <pc:sldLayoutMk cId="949138452" sldId="2147483662"/>
          </pc:sldLayoutMkLst>
          <pc:spChg chg="mod">
            <ac:chgData name="#MURPHY WONG KAH LEONG#" userId="215c4a66-cb52-4461-8f6c-adbfeca3fdd7" providerId="ADAL" clId="{531D5B17-E35C-4949-8022-F8AF49343C73}" dt="2025-11-12T05:18:59.878" v="30" actId="14100"/>
            <ac:spMkLst>
              <pc:docMk/>
              <pc:sldMasterMk cId="2460954070" sldId="2147483660"/>
              <pc:sldLayoutMk cId="949138452" sldId="2147483662"/>
              <ac:spMk id="3" creationId="{00000000-0000-0000-0000-000000000000}"/>
            </ac:spMkLst>
          </pc:spChg>
          <pc:spChg chg="add mod">
            <ac:chgData name="#MURPHY WONG KAH LEONG#" userId="215c4a66-cb52-4461-8f6c-adbfeca3fdd7" providerId="ADAL" clId="{531D5B17-E35C-4949-8022-F8AF49343C73}" dt="2025-11-12T05:15:54.023" v="16"/>
            <ac:spMkLst>
              <pc:docMk/>
              <pc:sldMasterMk cId="2460954070" sldId="2147483660"/>
              <pc:sldLayoutMk cId="949138452" sldId="2147483662"/>
              <ac:spMk id="8" creationId="{365F286C-DFCA-7C2F-7250-B611DB627810}"/>
            </ac:spMkLst>
          </pc:spChg>
        </pc:sldLayoutChg>
        <pc:sldLayoutChg chg="addSp modSp">
          <pc:chgData name="#MURPHY WONG KAH LEONG#" userId="215c4a66-cb52-4461-8f6c-adbfeca3fdd7" providerId="ADAL" clId="{531D5B17-E35C-4949-8022-F8AF49343C73}" dt="2025-11-12T05:17:21.912" v="24"/>
          <pc:sldLayoutMkLst>
            <pc:docMk/>
            <pc:sldMasterMk cId="2460954070" sldId="2147483660"/>
            <pc:sldLayoutMk cId="1203092039" sldId="2147483664"/>
          </pc:sldLayoutMkLst>
          <pc:spChg chg="add mod">
            <ac:chgData name="#MURPHY WONG KAH LEONG#" userId="215c4a66-cb52-4461-8f6c-adbfeca3fdd7" providerId="ADAL" clId="{531D5B17-E35C-4949-8022-F8AF49343C73}" dt="2025-11-12T05:17:21.912" v="24"/>
            <ac:spMkLst>
              <pc:docMk/>
              <pc:sldMasterMk cId="2460954070" sldId="2147483660"/>
              <pc:sldLayoutMk cId="1203092039" sldId="2147483664"/>
              <ac:spMk id="8" creationId="{38395949-4A38-F4E0-1017-CE2B0CC31BFA}"/>
            </ac:spMkLst>
          </pc:spChg>
        </pc:sldLayoutChg>
      </pc:sldMasterChg>
    </pc:docChg>
  </pc:docChgLst>
  <pc:docChgLst>
    <pc:chgData name="#PANG WEI JIE#" userId="S::pang0270@e.ntu.edu.sg::72bcae44-2dd7-4853-8947-6d110cf21fa4" providerId="AD" clId="Web-{280131EC-E028-9B0F-FDF1-4E7BF93DAEB6}"/>
    <pc:docChg chg="modSld">
      <pc:chgData name="#PANG WEI JIE#" userId="S::pang0270@e.ntu.edu.sg::72bcae44-2dd7-4853-8947-6d110cf21fa4" providerId="AD" clId="Web-{280131EC-E028-9B0F-FDF1-4E7BF93DAEB6}" dt="2025-11-15T03:25:19.875" v="152"/>
      <pc:docMkLst>
        <pc:docMk/>
      </pc:docMkLst>
      <pc:sldChg chg="modNotes">
        <pc:chgData name="#PANG WEI JIE#" userId="S::pang0270@e.ntu.edu.sg::72bcae44-2dd7-4853-8947-6d110cf21fa4" providerId="AD" clId="Web-{280131EC-E028-9B0F-FDF1-4E7BF93DAEB6}" dt="2025-11-15T03:00:10.890" v="142"/>
        <pc:sldMkLst>
          <pc:docMk/>
          <pc:sldMk cId="2027014821" sldId="262"/>
        </pc:sldMkLst>
      </pc:sldChg>
      <pc:sldChg chg="modNotes">
        <pc:chgData name="#PANG WEI JIE#" userId="S::pang0270@e.ntu.edu.sg::72bcae44-2dd7-4853-8947-6d110cf21fa4" providerId="AD" clId="Web-{280131EC-E028-9B0F-FDF1-4E7BF93DAEB6}" dt="2025-11-15T03:25:19.875" v="152"/>
        <pc:sldMkLst>
          <pc:docMk/>
          <pc:sldMk cId="919294963" sldId="266"/>
        </pc:sldMkLst>
      </pc:sldChg>
      <pc:sldChg chg="modNotes">
        <pc:chgData name="#PANG WEI JIE#" userId="S::pang0270@e.ntu.edu.sg::72bcae44-2dd7-4853-8947-6d110cf21fa4" providerId="AD" clId="Web-{280131EC-E028-9B0F-FDF1-4E7BF93DAEB6}" dt="2025-11-15T01:41:47.859" v="76"/>
        <pc:sldMkLst>
          <pc:docMk/>
          <pc:sldMk cId="2938145853" sldId="267"/>
        </pc:sldMkLst>
      </pc:sldChg>
      <pc:sldChg chg="addSp modSp">
        <pc:chgData name="#PANG WEI JIE#" userId="S::pang0270@e.ntu.edu.sg::72bcae44-2dd7-4853-8947-6d110cf21fa4" providerId="AD" clId="Web-{280131EC-E028-9B0F-FDF1-4E7BF93DAEB6}" dt="2025-11-15T02:41:40.733" v="139" actId="1076"/>
        <pc:sldMkLst>
          <pc:docMk/>
          <pc:sldMk cId="2290913640" sldId="268"/>
        </pc:sldMkLst>
        <pc:picChg chg="add mod">
          <ac:chgData name="#PANG WEI JIE#" userId="S::pang0270@e.ntu.edu.sg::72bcae44-2dd7-4853-8947-6d110cf21fa4" providerId="AD" clId="Web-{280131EC-E028-9B0F-FDF1-4E7BF93DAEB6}" dt="2025-11-15T02:41:40.733" v="139" actId="1076"/>
          <ac:picMkLst>
            <pc:docMk/>
            <pc:sldMk cId="2290913640" sldId="268"/>
            <ac:picMk id="11" creationId="{EB53A4D0-0FDE-D5DB-6B7B-34C79A7874F3}"/>
          </ac:picMkLst>
        </pc:picChg>
        <pc:picChg chg="mod">
          <ac:chgData name="#PANG WEI JIE#" userId="S::pang0270@e.ntu.edu.sg::72bcae44-2dd7-4853-8947-6d110cf21fa4" providerId="AD" clId="Web-{280131EC-E028-9B0F-FDF1-4E7BF93DAEB6}" dt="2025-11-15T02:40:29.041" v="137" actId="1076"/>
          <ac:picMkLst>
            <pc:docMk/>
            <pc:sldMk cId="2290913640" sldId="268"/>
            <ac:picMk id="18" creationId="{5D9D5CD2-7ECE-3F4B-B248-3599FDEB8EDE}"/>
          </ac:picMkLst>
        </pc:picChg>
      </pc:sldChg>
    </pc:docChg>
  </pc:docChgLst>
  <pc:docChgLst>
    <pc:chgData name="#MUHAMMAD FIRDAUS BIN KAMARUDIN#" userId="S::firdaus009@e.ntu.edu.sg::b477d086-9979-4955-b571-88dd09147e74" providerId="AD" clId="Web-{ABDB5723-FFAA-C02C-C158-10D6663CE098}"/>
    <pc:docChg chg="modSld">
      <pc:chgData name="#MUHAMMAD FIRDAUS BIN KAMARUDIN#" userId="S::firdaus009@e.ntu.edu.sg::b477d086-9979-4955-b571-88dd09147e74" providerId="AD" clId="Web-{ABDB5723-FFAA-C02C-C158-10D6663CE098}" dt="2025-11-15T03:30:41.279" v="621"/>
      <pc:docMkLst>
        <pc:docMk/>
      </pc:docMkLst>
      <pc:sldChg chg="modSp modNotes">
        <pc:chgData name="#MUHAMMAD FIRDAUS BIN KAMARUDIN#" userId="S::firdaus009@e.ntu.edu.sg::b477d086-9979-4955-b571-88dd09147e74" providerId="AD" clId="Web-{ABDB5723-FFAA-C02C-C158-10D6663CE098}" dt="2025-11-15T03:26:25.559" v="238"/>
        <pc:sldMkLst>
          <pc:docMk/>
          <pc:sldMk cId="2997418902" sldId="259"/>
        </pc:sldMkLst>
        <pc:spChg chg="mod">
          <ac:chgData name="#MUHAMMAD FIRDAUS BIN KAMARUDIN#" userId="S::firdaus009@e.ntu.edu.sg::b477d086-9979-4955-b571-88dd09147e74" providerId="AD" clId="Web-{ABDB5723-FFAA-C02C-C158-10D6663CE098}" dt="2025-11-15T03:15:19.383" v="58" actId="20577"/>
          <ac:spMkLst>
            <pc:docMk/>
            <pc:sldMk cId="2997418902" sldId="259"/>
            <ac:spMk id="6" creationId="{7453184F-6190-5D19-33CF-43374C24C7C8}"/>
          </ac:spMkLst>
        </pc:spChg>
      </pc:sldChg>
      <pc:sldChg chg="modSp modNotes">
        <pc:chgData name="#MUHAMMAD FIRDAUS BIN KAMARUDIN#" userId="S::firdaus009@e.ntu.edu.sg::b477d086-9979-4955-b571-88dd09147e74" providerId="AD" clId="Web-{ABDB5723-FFAA-C02C-C158-10D6663CE098}" dt="2025-11-15T03:30:41.279" v="621"/>
        <pc:sldMkLst>
          <pc:docMk/>
          <pc:sldMk cId="266668027" sldId="261"/>
        </pc:sldMkLst>
        <pc:spChg chg="mod">
          <ac:chgData name="#MUHAMMAD FIRDAUS BIN KAMARUDIN#" userId="S::firdaus009@e.ntu.edu.sg::b477d086-9979-4955-b571-88dd09147e74" providerId="AD" clId="Web-{ABDB5723-FFAA-C02C-C158-10D6663CE098}" dt="2025-11-14T15:52:08.397" v="5" actId="1076"/>
          <ac:spMkLst>
            <pc:docMk/>
            <pc:sldMk cId="266668027" sldId="261"/>
            <ac:spMk id="5" creationId="{0A0FF736-8C72-DC2C-F0D4-7D55C464BE73}"/>
          </ac:spMkLst>
        </pc:spChg>
        <pc:picChg chg="mod">
          <ac:chgData name="#MUHAMMAD FIRDAUS BIN KAMARUDIN#" userId="S::firdaus009@e.ntu.edu.sg::b477d086-9979-4955-b571-88dd09147e74" providerId="AD" clId="Web-{ABDB5723-FFAA-C02C-C158-10D6663CE098}" dt="2025-11-15T03:10:57.425" v="9" actId="14100"/>
          <ac:picMkLst>
            <pc:docMk/>
            <pc:sldMk cId="266668027" sldId="261"/>
            <ac:picMk id="6" creationId="{0EBAC5FA-08C4-6A86-6B2C-5C62C023B865}"/>
          </ac:picMkLst>
        </pc:picChg>
        <pc:picChg chg="mod">
          <ac:chgData name="#MUHAMMAD FIRDAUS BIN KAMARUDIN#" userId="S::firdaus009@e.ntu.edu.sg::b477d086-9979-4955-b571-88dd09147e74" providerId="AD" clId="Web-{ABDB5723-FFAA-C02C-C158-10D6663CE098}" dt="2025-11-14T15:52:03.850" v="4" actId="14100"/>
          <ac:picMkLst>
            <pc:docMk/>
            <pc:sldMk cId="266668027" sldId="261"/>
            <ac:picMk id="7" creationId="{E25CA0FA-5429-744D-806D-5A6B2F54FFBD}"/>
          </ac:picMkLst>
        </pc:picChg>
      </pc:sldChg>
    </pc:docChg>
  </pc:docChgLst>
  <pc:docChgLst>
    <pc:chgData name="#MURPHY WONG KAH LEONG#" userId="S::murp0002@e.ntu.edu.sg::215c4a66-cb52-4461-8f6c-adbfeca3fdd7" providerId="AD" clId="Web-{4C6671F5-C4A1-F1D8-FC7D-4866FE361830}"/>
    <pc:docChg chg="addSld delSld modSld">
      <pc:chgData name="#MURPHY WONG KAH LEONG#" userId="S::murp0002@e.ntu.edu.sg::215c4a66-cb52-4461-8f6c-adbfeca3fdd7" providerId="AD" clId="Web-{4C6671F5-C4A1-F1D8-FC7D-4866FE361830}" dt="2025-11-12T05:13:42.335" v="55" actId="20577"/>
      <pc:docMkLst>
        <pc:docMk/>
      </pc:docMkLst>
      <pc:sldChg chg="addSp delSp modSp new mod setBg">
        <pc:chgData name="#MURPHY WONG KAH LEONG#" userId="S::murp0002@e.ntu.edu.sg::215c4a66-cb52-4461-8f6c-adbfeca3fdd7" providerId="AD" clId="Web-{4C6671F5-C4A1-F1D8-FC7D-4866FE361830}" dt="2025-11-12T05:13:42.335" v="55" actId="20577"/>
        <pc:sldMkLst>
          <pc:docMk/>
          <pc:sldMk cId="78934428" sldId="258"/>
        </pc:sldMkLst>
        <pc:spChg chg="mod">
          <ac:chgData name="#MURPHY WONG KAH LEONG#" userId="S::murp0002@e.ntu.edu.sg::215c4a66-cb52-4461-8f6c-adbfeca3fdd7" providerId="AD" clId="Web-{4C6671F5-C4A1-F1D8-FC7D-4866FE361830}" dt="2025-11-12T05:13:23.179" v="53"/>
          <ac:spMkLst>
            <pc:docMk/>
            <pc:sldMk cId="78934428" sldId="258"/>
            <ac:spMk id="2" creationId="{40408F4A-FC08-BA83-1DBF-AB7710D33D22}"/>
          </ac:spMkLst>
        </pc:spChg>
        <pc:spChg chg="add mod">
          <ac:chgData name="#MURPHY WONG KAH LEONG#" userId="S::murp0002@e.ntu.edu.sg::215c4a66-cb52-4461-8f6c-adbfeca3fdd7" providerId="AD" clId="Web-{4C6671F5-C4A1-F1D8-FC7D-4866FE361830}" dt="2025-11-12T05:13:42.335" v="55" actId="20577"/>
          <ac:spMkLst>
            <pc:docMk/>
            <pc:sldMk cId="78934428" sldId="258"/>
            <ac:spMk id="8" creationId="{F48D0F77-D87C-D055-A873-4DAB9011810E}"/>
          </ac:spMkLst>
        </pc:spChg>
        <pc:picChg chg="add mod ord">
          <ac:chgData name="#MURPHY WONG KAH LEONG#" userId="S::murp0002@e.ntu.edu.sg::215c4a66-cb52-4461-8f6c-adbfeca3fdd7" providerId="AD" clId="Web-{4C6671F5-C4A1-F1D8-FC7D-4866FE361830}" dt="2025-11-12T05:13:23.179" v="53"/>
          <ac:picMkLst>
            <pc:docMk/>
            <pc:sldMk cId="78934428" sldId="258"/>
            <ac:picMk id="4" creationId="{FA9CCE84-F783-D51B-F8C5-F843704FEFDE}"/>
          </ac:picMkLst>
        </pc:picChg>
      </pc:sldChg>
      <pc:sldChg chg="modSp add replId">
        <pc:chgData name="#MURPHY WONG KAH LEONG#" userId="S::murp0002@e.ntu.edu.sg::215c4a66-cb52-4461-8f6c-adbfeca3fdd7" providerId="AD" clId="Web-{4C6671F5-C4A1-F1D8-FC7D-4866FE361830}" dt="2025-11-12T05:10:51.738" v="26" actId="20577"/>
        <pc:sldMkLst>
          <pc:docMk/>
          <pc:sldMk cId="2997418902" sldId="259"/>
        </pc:sldMkLst>
        <pc:spChg chg="mod">
          <ac:chgData name="#MURPHY WONG KAH LEONG#" userId="S::murp0002@e.ntu.edu.sg::215c4a66-cb52-4461-8f6c-adbfeca3fdd7" providerId="AD" clId="Web-{4C6671F5-C4A1-F1D8-FC7D-4866FE361830}" dt="2025-11-12T05:10:51.738" v="26" actId="20577"/>
          <ac:spMkLst>
            <pc:docMk/>
            <pc:sldMk cId="2997418902" sldId="259"/>
            <ac:spMk id="2" creationId="{1A0864BF-ACBB-23D5-B3AE-21F901E6EDA5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1:34.786" v="32" actId="20577"/>
        <pc:sldMkLst>
          <pc:docMk/>
          <pc:sldMk cId="266668027" sldId="261"/>
        </pc:sldMkLst>
        <pc:spChg chg="mod">
          <ac:chgData name="#MURPHY WONG KAH LEONG#" userId="S::murp0002@e.ntu.edu.sg::215c4a66-cb52-4461-8f6c-adbfeca3fdd7" providerId="AD" clId="Web-{4C6671F5-C4A1-F1D8-FC7D-4866FE361830}" dt="2025-11-12T05:11:34.786" v="32" actId="20577"/>
          <ac:spMkLst>
            <pc:docMk/>
            <pc:sldMk cId="266668027" sldId="261"/>
            <ac:spMk id="2" creationId="{AC61A561-3594-859A-EFB9-DFD47EFB43D1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1:42.005" v="35" actId="20577"/>
        <pc:sldMkLst>
          <pc:docMk/>
          <pc:sldMk cId="2027014821" sldId="262"/>
        </pc:sldMkLst>
        <pc:spChg chg="mod">
          <ac:chgData name="#MURPHY WONG KAH LEONG#" userId="S::murp0002@e.ntu.edu.sg::215c4a66-cb52-4461-8f6c-adbfeca3fdd7" providerId="AD" clId="Web-{4C6671F5-C4A1-F1D8-FC7D-4866FE361830}" dt="2025-11-12T05:11:42.005" v="35" actId="20577"/>
          <ac:spMkLst>
            <pc:docMk/>
            <pc:sldMk cId="2027014821" sldId="262"/>
            <ac:spMk id="2" creationId="{FB135779-5683-AA40-93FB-4719B6EEF287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1:46.380" v="38" actId="20577"/>
        <pc:sldMkLst>
          <pc:docMk/>
          <pc:sldMk cId="3750020553" sldId="263"/>
        </pc:sldMkLst>
        <pc:spChg chg="mod">
          <ac:chgData name="#MURPHY WONG KAH LEONG#" userId="S::murp0002@e.ntu.edu.sg::215c4a66-cb52-4461-8f6c-adbfeca3fdd7" providerId="AD" clId="Web-{4C6671F5-C4A1-F1D8-FC7D-4866FE361830}" dt="2025-11-12T05:11:46.380" v="38" actId="20577"/>
          <ac:spMkLst>
            <pc:docMk/>
            <pc:sldMk cId="3750020553" sldId="263"/>
            <ac:spMk id="2" creationId="{395D3138-89EB-57BB-2ABB-116125B8BE8E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2:01.552" v="42" actId="20577"/>
        <pc:sldMkLst>
          <pc:docMk/>
          <pc:sldMk cId="2068233959" sldId="264"/>
        </pc:sldMkLst>
        <pc:spChg chg="mod">
          <ac:chgData name="#MURPHY WONG KAH LEONG#" userId="S::murp0002@e.ntu.edu.sg::215c4a66-cb52-4461-8f6c-adbfeca3fdd7" providerId="AD" clId="Web-{4C6671F5-C4A1-F1D8-FC7D-4866FE361830}" dt="2025-11-12T05:12:01.552" v="42" actId="20577"/>
          <ac:spMkLst>
            <pc:docMk/>
            <pc:sldMk cId="2068233959" sldId="264"/>
            <ac:spMk id="2" creationId="{A57A9AEF-873B-144E-EBE0-6528719D2D6B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2:05.333" v="45" actId="20577"/>
        <pc:sldMkLst>
          <pc:docMk/>
          <pc:sldMk cId="2462205672" sldId="265"/>
        </pc:sldMkLst>
        <pc:spChg chg="mod">
          <ac:chgData name="#MURPHY WONG KAH LEONG#" userId="S::murp0002@e.ntu.edu.sg::215c4a66-cb52-4461-8f6c-adbfeca3fdd7" providerId="AD" clId="Web-{4C6671F5-C4A1-F1D8-FC7D-4866FE361830}" dt="2025-11-12T05:12:05.333" v="45" actId="20577"/>
          <ac:spMkLst>
            <pc:docMk/>
            <pc:sldMk cId="2462205672" sldId="265"/>
            <ac:spMk id="2" creationId="{975EEBF8-4966-1AA3-F6EB-0A5CD2A5035F}"/>
          </ac:spMkLst>
        </pc:spChg>
      </pc:sldChg>
      <pc:sldChg chg="modSp add replId">
        <pc:chgData name="#MURPHY WONG KAH LEONG#" userId="S::murp0002@e.ntu.edu.sg::215c4a66-cb52-4461-8f6c-adbfeca3fdd7" providerId="AD" clId="Web-{4C6671F5-C4A1-F1D8-FC7D-4866FE361830}" dt="2025-11-12T05:12:28.256" v="51" actId="20577"/>
        <pc:sldMkLst>
          <pc:docMk/>
          <pc:sldMk cId="919294963" sldId="266"/>
        </pc:sldMkLst>
        <pc:spChg chg="mod">
          <ac:chgData name="#MURPHY WONG KAH LEONG#" userId="S::murp0002@e.ntu.edu.sg::215c4a66-cb52-4461-8f6c-adbfeca3fdd7" providerId="AD" clId="Web-{4C6671F5-C4A1-F1D8-FC7D-4866FE361830}" dt="2025-11-12T05:12:28.256" v="51" actId="20577"/>
          <ac:spMkLst>
            <pc:docMk/>
            <pc:sldMk cId="919294963" sldId="266"/>
            <ac:spMk id="2" creationId="{2EB14937-612D-1CD1-A57E-3B06954B7446}"/>
          </ac:spMkLst>
        </pc:spChg>
      </pc:sldChg>
    </pc:docChg>
  </pc:docChgLst>
  <pc:docChgLst>
    <pc:chgData name="#PAZHANISAMY HARISH PRABHU#" userId="S::harishpr001@e.ntu.edu.sg::35c7008f-c9e0-45f1-bf01-579da08733cb" providerId="AD" clId="Web-{91104CAB-4683-05AE-3D9A-FEF41D8A1AFC}"/>
    <pc:docChg chg="modSld">
      <pc:chgData name="#PAZHANISAMY HARISH PRABHU#" userId="S::harishpr001@e.ntu.edu.sg::35c7008f-c9e0-45f1-bf01-579da08733cb" providerId="AD" clId="Web-{91104CAB-4683-05AE-3D9A-FEF41D8A1AFC}" dt="2025-11-14T16:25:54.117" v="45"/>
      <pc:docMkLst>
        <pc:docMk/>
      </pc:docMkLst>
      <pc:sldChg chg="addSp delSp modSp modNotes">
        <pc:chgData name="#PAZHANISAMY HARISH PRABHU#" userId="S::harishpr001@e.ntu.edu.sg::35c7008f-c9e0-45f1-bf01-579da08733cb" providerId="AD" clId="Web-{91104CAB-4683-05AE-3D9A-FEF41D8A1AFC}" dt="2025-11-14T15:21:19.756" v="25" actId="20577"/>
        <pc:sldMkLst>
          <pc:docMk/>
          <pc:sldMk cId="2027014821" sldId="262"/>
        </pc:sldMkLst>
        <pc:spChg chg="add del mod">
          <ac:chgData name="#PAZHANISAMY HARISH PRABHU#" userId="S::harishpr001@e.ntu.edu.sg::35c7008f-c9e0-45f1-bf01-579da08733cb" providerId="AD" clId="Web-{91104CAB-4683-05AE-3D9A-FEF41D8A1AFC}" dt="2025-11-14T14:59:53.084" v="1"/>
          <ac:spMkLst>
            <pc:docMk/>
            <pc:sldMk cId="2027014821" sldId="262"/>
            <ac:spMk id="4" creationId="{D9927050-9774-2B0A-2A1F-95798C5499B6}"/>
          </ac:spMkLst>
        </pc:spChg>
        <pc:spChg chg="mod">
          <ac:chgData name="#PAZHANISAMY HARISH PRABHU#" userId="S::harishpr001@e.ntu.edu.sg::35c7008f-c9e0-45f1-bf01-579da08733cb" providerId="AD" clId="Web-{91104CAB-4683-05AE-3D9A-FEF41D8A1AFC}" dt="2025-11-14T15:21:19.756" v="25" actId="20577"/>
          <ac:spMkLst>
            <pc:docMk/>
            <pc:sldMk cId="2027014821" sldId="262"/>
            <ac:spMk id="5" creationId="{49EB4D8A-7185-BB8C-869D-37F826C0CAAA}"/>
          </ac:spMkLst>
        </pc:spChg>
        <pc:picChg chg="add mod ord">
          <ac:chgData name="#PAZHANISAMY HARISH PRABHU#" userId="S::harishpr001@e.ntu.edu.sg::35c7008f-c9e0-45f1-bf01-579da08733cb" providerId="AD" clId="Web-{91104CAB-4683-05AE-3D9A-FEF41D8A1AFC}" dt="2025-11-14T15:00:10.490" v="7" actId="14100"/>
          <ac:picMkLst>
            <pc:docMk/>
            <pc:sldMk cId="2027014821" sldId="262"/>
            <ac:picMk id="6" creationId="{84520AFF-08AD-9238-3EDA-FE773290201C}"/>
          </ac:picMkLst>
        </pc:picChg>
        <pc:picChg chg="del">
          <ac:chgData name="#PAZHANISAMY HARISH PRABHU#" userId="S::harishpr001@e.ntu.edu.sg::35c7008f-c9e0-45f1-bf01-579da08733cb" providerId="AD" clId="Web-{91104CAB-4683-05AE-3D9A-FEF41D8A1AFC}" dt="2025-11-14T14:59:46.443" v="0"/>
          <ac:picMkLst>
            <pc:docMk/>
            <pc:sldMk cId="2027014821" sldId="262"/>
            <ac:picMk id="20" creationId="{766B4F54-9647-0034-6414-5B265AAED698}"/>
          </ac:picMkLst>
        </pc:picChg>
      </pc:sldChg>
      <pc:sldChg chg="modSp modNotes">
        <pc:chgData name="#PAZHANISAMY HARISH PRABHU#" userId="S::harishpr001@e.ntu.edu.sg::35c7008f-c9e0-45f1-bf01-579da08733cb" providerId="AD" clId="Web-{91104CAB-4683-05AE-3D9A-FEF41D8A1AFC}" dt="2025-11-14T16:25:54.117" v="45"/>
        <pc:sldMkLst>
          <pc:docMk/>
          <pc:sldMk cId="3750020553" sldId="263"/>
        </pc:sldMkLst>
        <pc:spChg chg="mod">
          <ac:chgData name="#PAZHANISAMY HARISH PRABHU#" userId="S::harishpr001@e.ntu.edu.sg::35c7008f-c9e0-45f1-bf01-579da08733cb" providerId="AD" clId="Web-{91104CAB-4683-05AE-3D9A-FEF41D8A1AFC}" dt="2025-11-14T15:49:56.382" v="44" actId="20577"/>
          <ac:spMkLst>
            <pc:docMk/>
            <pc:sldMk cId="3750020553" sldId="263"/>
            <ac:spMk id="5" creationId="{1E530C0E-3F57-A88D-4925-2F34FD021BFF}"/>
          </ac:spMkLst>
        </pc:spChg>
      </pc:sldChg>
      <pc:sldChg chg="addSp delSp modSp">
        <pc:chgData name="#PAZHANISAMY HARISH PRABHU#" userId="S::harishpr001@e.ntu.edu.sg::35c7008f-c9e0-45f1-bf01-579da08733cb" providerId="AD" clId="Web-{91104CAB-4683-05AE-3D9A-FEF41D8A1AFC}" dt="2025-11-14T15:26:51.615" v="36" actId="1076"/>
        <pc:sldMkLst>
          <pc:docMk/>
          <pc:sldMk cId="2462205672" sldId="265"/>
        </pc:sldMkLst>
        <pc:spChg chg="add del mod">
          <ac:chgData name="#PAZHANISAMY HARISH PRABHU#" userId="S::harishpr001@e.ntu.edu.sg::35c7008f-c9e0-45f1-bf01-579da08733cb" providerId="AD" clId="Web-{91104CAB-4683-05AE-3D9A-FEF41D8A1AFC}" dt="2025-11-14T15:26:09.630" v="27"/>
          <ac:spMkLst>
            <pc:docMk/>
            <pc:sldMk cId="2462205672" sldId="265"/>
            <ac:spMk id="4" creationId="{8C88BE99-3BE1-9573-8AEB-F25064AB3326}"/>
          </ac:spMkLst>
        </pc:spChg>
        <pc:picChg chg="add mod ord">
          <ac:chgData name="#PAZHANISAMY HARISH PRABHU#" userId="S::harishpr001@e.ntu.edu.sg::35c7008f-c9e0-45f1-bf01-579da08733cb" providerId="AD" clId="Web-{91104CAB-4683-05AE-3D9A-FEF41D8A1AFC}" dt="2025-11-14T15:26:11.302" v="28" actId="1076"/>
          <ac:picMkLst>
            <pc:docMk/>
            <pc:sldMk cId="2462205672" sldId="265"/>
            <ac:picMk id="6" creationId="{03C84618-CF57-75F3-0D0B-60BBBC360A23}"/>
          </ac:picMkLst>
        </pc:picChg>
        <pc:picChg chg="add mod">
          <ac:chgData name="#PAZHANISAMY HARISH PRABHU#" userId="S::harishpr001@e.ntu.edu.sg::35c7008f-c9e0-45f1-bf01-579da08733cb" providerId="AD" clId="Web-{91104CAB-4683-05AE-3D9A-FEF41D8A1AFC}" dt="2025-11-14T15:26:26.802" v="30" actId="1076"/>
          <ac:picMkLst>
            <pc:docMk/>
            <pc:sldMk cId="2462205672" sldId="265"/>
            <ac:picMk id="7" creationId="{105B33BC-AEF2-0242-01E0-35118351F210}"/>
          </ac:picMkLst>
        </pc:picChg>
        <pc:picChg chg="del">
          <ac:chgData name="#PAZHANISAMY HARISH PRABHU#" userId="S::harishpr001@e.ntu.edu.sg::35c7008f-c9e0-45f1-bf01-579da08733cb" providerId="AD" clId="Web-{91104CAB-4683-05AE-3D9A-FEF41D8A1AFC}" dt="2025-11-14T15:26:09.083" v="26"/>
          <ac:picMkLst>
            <pc:docMk/>
            <pc:sldMk cId="2462205672" sldId="265"/>
            <ac:picMk id="8" creationId="{4D7B25FF-79B5-872C-6F2E-ADD6567FC0F4}"/>
          </ac:picMkLst>
        </pc:picChg>
        <pc:picChg chg="add mod">
          <ac:chgData name="#PAZHANISAMY HARISH PRABHU#" userId="S::harishpr001@e.ntu.edu.sg::35c7008f-c9e0-45f1-bf01-579da08733cb" providerId="AD" clId="Web-{91104CAB-4683-05AE-3D9A-FEF41D8A1AFC}" dt="2025-11-14T15:26:49.615" v="35" actId="1076"/>
          <ac:picMkLst>
            <pc:docMk/>
            <pc:sldMk cId="2462205672" sldId="265"/>
            <ac:picMk id="9" creationId="{6F5952EC-304B-281B-33A6-F95890E23AA1}"/>
          </ac:picMkLst>
        </pc:picChg>
        <pc:picChg chg="add mod">
          <ac:chgData name="#PAZHANISAMY HARISH PRABHU#" userId="S::harishpr001@e.ntu.edu.sg::35c7008f-c9e0-45f1-bf01-579da08733cb" providerId="AD" clId="Web-{91104CAB-4683-05AE-3D9A-FEF41D8A1AFC}" dt="2025-11-14T15:26:51.615" v="36" actId="1076"/>
          <ac:picMkLst>
            <pc:docMk/>
            <pc:sldMk cId="2462205672" sldId="265"/>
            <ac:picMk id="10" creationId="{BEBE4ACC-665A-8BD3-BF74-F41342CE4126}"/>
          </ac:picMkLst>
        </pc:picChg>
      </pc:sldChg>
    </pc:docChg>
  </pc:docChgLst>
  <pc:docChgLst>
    <pc:chgData name="#MURPHY WONG KAH LEONG#" userId="S::murp0002@e.ntu.edu.sg::215c4a66-cb52-4461-8f6c-adbfeca3fdd7" providerId="AD" clId="Web-{04BA5E01-BA23-18E1-DCF6-E5C46CF236C7}"/>
    <pc:docChg chg="modSld">
      <pc:chgData name="#MURPHY WONG KAH LEONG#" userId="S::murp0002@e.ntu.edu.sg::215c4a66-cb52-4461-8f6c-adbfeca3fdd7" providerId="AD" clId="Web-{04BA5E01-BA23-18E1-DCF6-E5C46CF236C7}" dt="2025-11-14T15:51:28.671" v="126" actId="20577"/>
      <pc:docMkLst>
        <pc:docMk/>
      </pc:docMkLst>
      <pc:sldChg chg="addSp delSp modSp">
        <pc:chgData name="#MURPHY WONG KAH LEONG#" userId="S::murp0002@e.ntu.edu.sg::215c4a66-cb52-4461-8f6c-adbfeca3fdd7" providerId="AD" clId="Web-{04BA5E01-BA23-18E1-DCF6-E5C46CF236C7}" dt="2025-11-14T15:28:06.431" v="59" actId="14100"/>
        <pc:sldMkLst>
          <pc:docMk/>
          <pc:sldMk cId="2703079337" sldId="257"/>
        </pc:sldMkLst>
        <pc:spChg chg="mod">
          <ac:chgData name="#MURPHY WONG KAH LEONG#" userId="S::murp0002@e.ntu.edu.sg::215c4a66-cb52-4461-8f6c-adbfeca3fdd7" providerId="AD" clId="Web-{04BA5E01-BA23-18E1-DCF6-E5C46CF236C7}" dt="2025-11-14T15:28:06.431" v="59" actId="14100"/>
          <ac:spMkLst>
            <pc:docMk/>
            <pc:sldMk cId="2703079337" sldId="257"/>
            <ac:spMk id="2" creationId="{1F785A69-0D73-CC89-DF32-40F5C382B304}"/>
          </ac:spMkLst>
        </pc:spChg>
        <pc:spChg chg="del">
          <ac:chgData name="#MURPHY WONG KAH LEONG#" userId="S::murp0002@e.ntu.edu.sg::215c4a66-cb52-4461-8f6c-adbfeca3fdd7" providerId="AD" clId="Web-{04BA5E01-BA23-18E1-DCF6-E5C46CF236C7}" dt="2025-11-14T15:27:33.165" v="41"/>
          <ac:spMkLst>
            <pc:docMk/>
            <pc:sldMk cId="2703079337" sldId="257"/>
            <ac:spMk id="3" creationId="{9AC414DB-084F-F495-8291-21132BDB25C2}"/>
          </ac:spMkLst>
        </pc:spChg>
        <pc:spChg chg="add del mod">
          <ac:chgData name="#MURPHY WONG KAH LEONG#" userId="S::murp0002@e.ntu.edu.sg::215c4a66-cb52-4461-8f6c-adbfeca3fdd7" providerId="AD" clId="Web-{04BA5E01-BA23-18E1-DCF6-E5C46CF236C7}" dt="2025-11-14T15:27:35.118" v="42"/>
          <ac:spMkLst>
            <pc:docMk/>
            <pc:sldMk cId="2703079337" sldId="257"/>
            <ac:spMk id="5" creationId="{CA0F1B6B-D670-BEBC-6060-E6BC6BD14475}"/>
          </ac:spMkLst>
        </pc:spChg>
      </pc:sldChg>
      <pc:sldChg chg="addSp delSp modSp modNotes">
        <pc:chgData name="#MURPHY WONG KAH LEONG#" userId="S::murp0002@e.ntu.edu.sg::215c4a66-cb52-4461-8f6c-adbfeca3fdd7" providerId="AD" clId="Web-{04BA5E01-BA23-18E1-DCF6-E5C46CF236C7}" dt="2025-11-14T15:46:40.790" v="74"/>
        <pc:sldMkLst>
          <pc:docMk/>
          <pc:sldMk cId="266668027" sldId="261"/>
        </pc:sldMkLst>
        <pc:spChg chg="add del">
          <ac:chgData name="#MURPHY WONG KAH LEONG#" userId="S::murp0002@e.ntu.edu.sg::215c4a66-cb52-4461-8f6c-adbfeca3fdd7" providerId="AD" clId="Web-{04BA5E01-BA23-18E1-DCF6-E5C46CF236C7}" dt="2025-11-14T15:22:47.023" v="12"/>
          <ac:spMkLst>
            <pc:docMk/>
            <pc:sldMk cId="266668027" sldId="261"/>
            <ac:spMk id="4" creationId="{3A2788EF-9AC4-0D5F-3092-04C7187DE18B}"/>
          </ac:spMkLst>
        </pc:spChg>
        <pc:spChg chg="mod">
          <ac:chgData name="#MURPHY WONG KAH LEONG#" userId="S::murp0002@e.ntu.edu.sg::215c4a66-cb52-4461-8f6c-adbfeca3fdd7" providerId="AD" clId="Web-{04BA5E01-BA23-18E1-DCF6-E5C46CF236C7}" dt="2025-11-14T15:44:17.958" v="60" actId="20577"/>
          <ac:spMkLst>
            <pc:docMk/>
            <pc:sldMk cId="266668027" sldId="261"/>
            <ac:spMk id="5" creationId="{0A0FF736-8C72-DC2C-F0D4-7D55C464BE73}"/>
          </ac:spMkLst>
        </pc:spChg>
        <pc:picChg chg="add del mod ord">
          <ac:chgData name="#MURPHY WONG KAH LEONG#" userId="S::murp0002@e.ntu.edu.sg::215c4a66-cb52-4461-8f6c-adbfeca3fdd7" providerId="AD" clId="Web-{04BA5E01-BA23-18E1-DCF6-E5C46CF236C7}" dt="2025-11-14T15:22:39.304" v="11"/>
          <ac:picMkLst>
            <pc:docMk/>
            <pc:sldMk cId="266668027" sldId="261"/>
            <ac:picMk id="3" creationId="{A0A62D33-37D9-4BE7-F97B-6A6EF85F8451}"/>
          </ac:picMkLst>
        </pc:picChg>
        <pc:picChg chg="add mod ord modCrop">
          <ac:chgData name="#MURPHY WONG KAH LEONG#" userId="S::murp0002@e.ntu.edu.sg::215c4a66-cb52-4461-8f6c-adbfeca3fdd7" providerId="AD" clId="Web-{04BA5E01-BA23-18E1-DCF6-E5C46CF236C7}" dt="2025-11-14T15:23:47.789" v="28" actId="1076"/>
          <ac:picMkLst>
            <pc:docMk/>
            <pc:sldMk cId="266668027" sldId="261"/>
            <ac:picMk id="6" creationId="{0EBAC5FA-08C4-6A86-6B2C-5C62C023B865}"/>
          </ac:picMkLst>
        </pc:picChg>
        <pc:picChg chg="add mod">
          <ac:chgData name="#MURPHY WONG KAH LEONG#" userId="S::murp0002@e.ntu.edu.sg::215c4a66-cb52-4461-8f6c-adbfeca3fdd7" providerId="AD" clId="Web-{04BA5E01-BA23-18E1-DCF6-E5C46CF236C7}" dt="2025-11-14T15:23:49.305" v="29" actId="1076"/>
          <ac:picMkLst>
            <pc:docMk/>
            <pc:sldMk cId="266668027" sldId="261"/>
            <ac:picMk id="7" creationId="{E25CA0FA-5429-744D-806D-5A6B2F54FFBD}"/>
          </ac:picMkLst>
        </pc:picChg>
      </pc:sldChg>
      <pc:sldChg chg="addSp delSp modSp modNotes">
        <pc:chgData name="#MURPHY WONG KAH LEONG#" userId="S::murp0002@e.ntu.edu.sg::215c4a66-cb52-4461-8f6c-adbfeca3fdd7" providerId="AD" clId="Web-{04BA5E01-BA23-18E1-DCF6-E5C46CF236C7}" dt="2025-11-14T15:46:37.587" v="70"/>
        <pc:sldMkLst>
          <pc:docMk/>
          <pc:sldMk cId="2027014821" sldId="262"/>
        </pc:sldMkLst>
        <pc:spChg chg="add del mod">
          <ac:chgData name="#MURPHY WONG KAH LEONG#" userId="S::murp0002@e.ntu.edu.sg::215c4a66-cb52-4461-8f6c-adbfeca3fdd7" providerId="AD" clId="Web-{04BA5E01-BA23-18E1-DCF6-E5C46CF236C7}" dt="2025-11-14T15:25:16.930" v="31"/>
          <ac:spMkLst>
            <pc:docMk/>
            <pc:sldMk cId="2027014821" sldId="262"/>
            <ac:spMk id="4" creationId="{04A71BF2-A0CA-72C1-4DC7-A74B13343101}"/>
          </ac:spMkLst>
        </pc:spChg>
        <pc:spChg chg="mod">
          <ac:chgData name="#MURPHY WONG KAH LEONG#" userId="S::murp0002@e.ntu.edu.sg::215c4a66-cb52-4461-8f6c-adbfeca3fdd7" providerId="AD" clId="Web-{04BA5E01-BA23-18E1-DCF6-E5C46CF236C7}" dt="2025-11-14T15:25:23.368" v="33" actId="1076"/>
          <ac:spMkLst>
            <pc:docMk/>
            <pc:sldMk cId="2027014821" sldId="262"/>
            <ac:spMk id="5" creationId="{49EB4D8A-7185-BB8C-869D-37F826C0CAAA}"/>
          </ac:spMkLst>
        </pc:spChg>
        <pc:picChg chg="del">
          <ac:chgData name="#MURPHY WONG KAH LEONG#" userId="S::murp0002@e.ntu.edu.sg::215c4a66-cb52-4461-8f6c-adbfeca3fdd7" providerId="AD" clId="Web-{04BA5E01-BA23-18E1-DCF6-E5C46CF236C7}" dt="2025-11-14T15:25:16.008" v="30"/>
          <ac:picMkLst>
            <pc:docMk/>
            <pc:sldMk cId="2027014821" sldId="262"/>
            <ac:picMk id="6" creationId="{84520AFF-08AD-9238-3EDA-FE773290201C}"/>
          </ac:picMkLst>
        </pc:picChg>
        <pc:picChg chg="add mod ord">
          <ac:chgData name="#MURPHY WONG KAH LEONG#" userId="S::murp0002@e.ntu.edu.sg::215c4a66-cb52-4461-8f6c-adbfeca3fdd7" providerId="AD" clId="Web-{04BA5E01-BA23-18E1-DCF6-E5C46CF236C7}" dt="2025-11-14T15:25:45.352" v="38" actId="1076"/>
          <ac:picMkLst>
            <pc:docMk/>
            <pc:sldMk cId="2027014821" sldId="262"/>
            <ac:picMk id="7" creationId="{E0A7392A-ACB9-CE9E-6CD6-6C4056B19838}"/>
          </ac:picMkLst>
        </pc:picChg>
        <pc:picChg chg="add mod">
          <ac:chgData name="#MURPHY WONG KAH LEONG#" userId="S::murp0002@e.ntu.edu.sg::215c4a66-cb52-4461-8f6c-adbfeca3fdd7" providerId="AD" clId="Web-{04BA5E01-BA23-18E1-DCF6-E5C46CF236C7}" dt="2025-11-14T15:25:47.290" v="39" actId="1076"/>
          <ac:picMkLst>
            <pc:docMk/>
            <pc:sldMk cId="2027014821" sldId="262"/>
            <ac:picMk id="8" creationId="{0D077B96-3FEA-556D-33D2-DA7A1C9FE163}"/>
          </ac:picMkLst>
        </pc:picChg>
      </pc:sldChg>
      <pc:sldChg chg="modNotes">
        <pc:chgData name="#MURPHY WONG KAH LEONG#" userId="S::murp0002@e.ntu.edu.sg::215c4a66-cb52-4461-8f6c-adbfeca3fdd7" providerId="AD" clId="Web-{04BA5E01-BA23-18E1-DCF6-E5C46CF236C7}" dt="2025-11-14T15:46:30.618" v="64"/>
        <pc:sldMkLst>
          <pc:docMk/>
          <pc:sldMk cId="3750020553" sldId="263"/>
        </pc:sldMkLst>
      </pc:sldChg>
      <pc:sldChg chg="modSp modNotes">
        <pc:chgData name="#MURPHY WONG KAH LEONG#" userId="S::murp0002@e.ntu.edu.sg::215c4a66-cb52-4461-8f6c-adbfeca3fdd7" providerId="AD" clId="Web-{04BA5E01-BA23-18E1-DCF6-E5C46CF236C7}" dt="2025-11-14T15:51:28.671" v="126" actId="20577"/>
        <pc:sldMkLst>
          <pc:docMk/>
          <pc:sldMk cId="2068233959" sldId="264"/>
        </pc:sldMkLst>
        <pc:spChg chg="mod">
          <ac:chgData name="#MURPHY WONG KAH LEONG#" userId="S::murp0002@e.ntu.edu.sg::215c4a66-cb52-4461-8f6c-adbfeca3fdd7" providerId="AD" clId="Web-{04BA5E01-BA23-18E1-DCF6-E5C46CF236C7}" dt="2025-11-14T15:51:28.671" v="126" actId="20577"/>
          <ac:spMkLst>
            <pc:docMk/>
            <pc:sldMk cId="2068233959" sldId="264"/>
            <ac:spMk id="5" creationId="{977177D4-E785-218D-9157-2BFA68A32616}"/>
          </ac:spMkLst>
        </pc:spChg>
      </pc:sldChg>
      <pc:sldChg chg="addSp delSp modSp modNotes">
        <pc:chgData name="#MURPHY WONG KAH LEONG#" userId="S::murp0002@e.ntu.edu.sg::215c4a66-cb52-4461-8f6c-adbfeca3fdd7" providerId="AD" clId="Web-{04BA5E01-BA23-18E1-DCF6-E5C46CF236C7}" dt="2025-11-14T15:49:51.747" v="88" actId="1076"/>
        <pc:sldMkLst>
          <pc:docMk/>
          <pc:sldMk cId="2462205672" sldId="265"/>
        </pc:sldMkLst>
        <pc:picChg chg="add mod">
          <ac:chgData name="#MURPHY WONG KAH LEONG#" userId="S::murp0002@e.ntu.edu.sg::215c4a66-cb52-4461-8f6c-adbfeca3fdd7" providerId="AD" clId="Web-{04BA5E01-BA23-18E1-DCF6-E5C46CF236C7}" dt="2025-11-14T15:49:51.747" v="88" actId="1076"/>
          <ac:picMkLst>
            <pc:docMk/>
            <pc:sldMk cId="2462205672" sldId="265"/>
            <ac:picMk id="3" creationId="{0D01EC61-CF9B-8E6F-09B7-2E5824822DFC}"/>
          </ac:picMkLst>
        </pc:picChg>
        <pc:picChg chg="del">
          <ac:chgData name="#MURPHY WONG KAH LEONG#" userId="S::murp0002@e.ntu.edu.sg::215c4a66-cb52-4461-8f6c-adbfeca3fdd7" providerId="AD" clId="Web-{04BA5E01-BA23-18E1-DCF6-E5C46CF236C7}" dt="2025-11-14T15:49:46.060" v="84"/>
          <ac:picMkLst>
            <pc:docMk/>
            <pc:sldMk cId="2462205672" sldId="265"/>
            <ac:picMk id="9" creationId="{6F5952EC-304B-281B-33A6-F95890E23AA1}"/>
          </ac:picMkLst>
        </pc:picChg>
      </pc:sldChg>
    </pc:docChg>
  </pc:docChgLst>
  <pc:docChgLst>
    <pc:chgData name="#PANG WEI JIE#" userId="S::pang0270@e.ntu.edu.sg::72bcae44-2dd7-4853-8947-6d110cf21fa4" providerId="AD" clId="Web-{18F0D2DB-7FA3-E1DB-5F0B-FE77C0E486EA}"/>
    <pc:docChg chg="modSld">
      <pc:chgData name="#PANG WEI JIE#" userId="S::pang0270@e.ntu.edu.sg::72bcae44-2dd7-4853-8947-6d110cf21fa4" providerId="AD" clId="Web-{18F0D2DB-7FA3-E1DB-5F0B-FE77C0E486EA}" dt="2025-11-10T02:05:50.784" v="1" actId="20577"/>
      <pc:docMkLst>
        <pc:docMk/>
      </pc:docMkLst>
      <pc:sldChg chg="modSp">
        <pc:chgData name="#PANG WEI JIE#" userId="S::pang0270@e.ntu.edu.sg::72bcae44-2dd7-4853-8947-6d110cf21fa4" providerId="AD" clId="Web-{18F0D2DB-7FA3-E1DB-5F0B-FE77C0E486EA}" dt="2025-11-10T02:05:50.784" v="1" actId="20577"/>
        <pc:sldMkLst>
          <pc:docMk/>
          <pc:sldMk cId="2703079337" sldId="257"/>
        </pc:sldMkLst>
        <pc:spChg chg="mod">
          <ac:chgData name="#PANG WEI JIE#" userId="S::pang0270@e.ntu.edu.sg::72bcae44-2dd7-4853-8947-6d110cf21fa4" providerId="AD" clId="Web-{18F0D2DB-7FA3-E1DB-5F0B-FE77C0E486EA}" dt="2025-11-10T02:05:50.784" v="1" actId="20577"/>
          <ac:spMkLst>
            <pc:docMk/>
            <pc:sldMk cId="2703079337" sldId="257"/>
            <ac:spMk id="2" creationId="{1F785A69-0D73-CC89-DF32-40F5C382B304}"/>
          </ac:spMkLst>
        </pc:spChg>
      </pc:sldChg>
    </pc:docChg>
  </pc:docChgLst>
  <pc:docChgLst>
    <pc:chgData name="#PANG WEI JIE#" userId="S::pang0270@e.ntu.edu.sg::72bcae44-2dd7-4853-8947-6d110cf21fa4" providerId="AD" clId="Web-{8C0D2BBB-622C-D5FE-A641-77BA1B57CC28}"/>
    <pc:docChg chg="modSld">
      <pc:chgData name="#PANG WEI JIE#" userId="S::pang0270@e.ntu.edu.sg::72bcae44-2dd7-4853-8947-6d110cf21fa4" providerId="AD" clId="Web-{8C0D2BBB-622C-D5FE-A641-77BA1B57CC28}" dt="2025-11-13T09:07:37.363" v="839" actId="20577"/>
      <pc:docMkLst>
        <pc:docMk/>
      </pc:docMkLst>
      <pc:sldChg chg="modSp mod setBg">
        <pc:chgData name="#PANG WEI JIE#" userId="S::pang0270@e.ntu.edu.sg::72bcae44-2dd7-4853-8947-6d110cf21fa4" providerId="AD" clId="Web-{8C0D2BBB-622C-D5FE-A641-77BA1B57CC28}" dt="2025-11-13T09:07:37.363" v="839" actId="20577"/>
        <pc:sldMkLst>
          <pc:docMk/>
          <pc:sldMk cId="109857222" sldId="256"/>
        </pc:sldMkLst>
        <pc:spChg chg="mod">
          <ac:chgData name="#PANG WEI JIE#" userId="S::pang0270@e.ntu.edu.sg::72bcae44-2dd7-4853-8947-6d110cf21fa4" providerId="AD" clId="Web-{8C0D2BBB-622C-D5FE-A641-77BA1B57CC28}" dt="2025-11-13T09:07:09.754" v="827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#PANG WEI JIE#" userId="S::pang0270@e.ntu.edu.sg::72bcae44-2dd7-4853-8947-6d110cf21fa4" providerId="AD" clId="Web-{8C0D2BBB-622C-D5FE-A641-77BA1B57CC28}" dt="2025-11-13T09:07:37.363" v="839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408" v="822"/>
        <pc:sldMkLst>
          <pc:docMk/>
          <pc:sldMk cId="2703079337" sldId="257"/>
        </pc:sldMkLst>
        <pc:spChg chg="mod">
          <ac:chgData name="#PANG WEI JIE#" userId="S::pang0270@e.ntu.edu.sg::72bcae44-2dd7-4853-8947-6d110cf21fa4" providerId="AD" clId="Web-{8C0D2BBB-622C-D5FE-A641-77BA1B57CC28}" dt="2025-11-13T08:50:52.334" v="218" actId="1076"/>
          <ac:spMkLst>
            <pc:docMk/>
            <pc:sldMk cId="2703079337" sldId="257"/>
            <ac:spMk id="2" creationId="{1F785A69-0D73-CC89-DF32-40F5C382B304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189" v="815"/>
        <pc:sldMkLst>
          <pc:docMk/>
          <pc:sldMk cId="78934428" sldId="258"/>
        </pc:sldMkLst>
        <pc:spChg chg="mod">
          <ac:chgData name="#PANG WEI JIE#" userId="S::pang0270@e.ntu.edu.sg::72bcae44-2dd7-4853-8947-6d110cf21fa4" providerId="AD" clId="Web-{8C0D2BBB-622C-D5FE-A641-77BA1B57CC28}" dt="2025-11-13T08:47:47.691" v="80" actId="20577"/>
          <ac:spMkLst>
            <pc:docMk/>
            <pc:sldMk cId="78934428" sldId="258"/>
            <ac:spMk id="2" creationId="{40408F4A-FC08-BA83-1DBF-AB7710D33D22}"/>
          </ac:spMkLst>
        </pc:spChg>
        <pc:spChg chg="mod">
          <ac:chgData name="#PANG WEI JIE#" userId="S::pang0270@e.ntu.edu.sg::72bcae44-2dd7-4853-8947-6d110cf21fa4" providerId="AD" clId="Web-{8C0D2BBB-622C-D5FE-A641-77BA1B57CC28}" dt="2025-11-13T08:47:29.910" v="78" actId="20577"/>
          <ac:spMkLst>
            <pc:docMk/>
            <pc:sldMk cId="78934428" sldId="258"/>
            <ac:spMk id="5" creationId="{6744CE58-4E65-E0B0-6254-CCCFB0EE1140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221" v="816"/>
        <pc:sldMkLst>
          <pc:docMk/>
          <pc:sldMk cId="2997418902" sldId="259"/>
        </pc:sldMkLst>
        <pc:spChg chg="mod">
          <ac:chgData name="#PANG WEI JIE#" userId="S::pang0270@e.ntu.edu.sg::72bcae44-2dd7-4853-8947-6d110cf21fa4" providerId="AD" clId="Web-{8C0D2BBB-622C-D5FE-A641-77BA1B57CC28}" dt="2025-11-13T08:48:02.410" v="82" actId="1076"/>
          <ac:spMkLst>
            <pc:docMk/>
            <pc:sldMk cId="2997418902" sldId="259"/>
            <ac:spMk id="2" creationId="{1A0864BF-ACBB-23D5-B3AE-21F901E6EDA5}"/>
          </ac:spMkLst>
        </pc:spChg>
        <pc:spChg chg="mod">
          <ac:chgData name="#PANG WEI JIE#" userId="S::pang0270@e.ntu.edu.sg::72bcae44-2dd7-4853-8947-6d110cf21fa4" providerId="AD" clId="Web-{8C0D2BBB-622C-D5FE-A641-77BA1B57CC28}" dt="2025-11-13T08:58:52.274" v="681" actId="20577"/>
          <ac:spMkLst>
            <pc:docMk/>
            <pc:sldMk cId="2997418902" sldId="259"/>
            <ac:spMk id="6" creationId="{7453184F-6190-5D19-33CF-43374C24C7C8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252" v="817"/>
        <pc:sldMkLst>
          <pc:docMk/>
          <pc:sldMk cId="266668027" sldId="261"/>
        </pc:sldMkLst>
        <pc:spChg chg="mod">
          <ac:chgData name="#PANG WEI JIE#" userId="S::pang0270@e.ntu.edu.sg::72bcae44-2dd7-4853-8947-6d110cf21fa4" providerId="AD" clId="Web-{8C0D2BBB-622C-D5FE-A641-77BA1B57CC28}" dt="2025-11-13T08:50:08.802" v="205" actId="20577"/>
          <ac:spMkLst>
            <pc:docMk/>
            <pc:sldMk cId="266668027" sldId="261"/>
            <ac:spMk id="2" creationId="{AC61A561-3594-859A-EFB9-DFD47EFB43D1}"/>
          </ac:spMkLst>
        </pc:spChg>
        <pc:spChg chg="mod">
          <ac:chgData name="#PANG WEI JIE#" userId="S::pang0270@e.ntu.edu.sg::72bcae44-2dd7-4853-8947-6d110cf21fa4" providerId="AD" clId="Web-{8C0D2BBB-622C-D5FE-A641-77BA1B57CC28}" dt="2025-11-13T08:58:56.133" v="684" actId="20577"/>
          <ac:spMkLst>
            <pc:docMk/>
            <pc:sldMk cId="266668027" sldId="261"/>
            <ac:spMk id="5" creationId="{0A0FF736-8C72-DC2C-F0D4-7D55C464BE73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283" v="818"/>
        <pc:sldMkLst>
          <pc:docMk/>
          <pc:sldMk cId="2027014821" sldId="262"/>
        </pc:sldMkLst>
        <pc:spChg chg="mod">
          <ac:chgData name="#PANG WEI JIE#" userId="S::pang0270@e.ntu.edu.sg::72bcae44-2dd7-4853-8947-6d110cf21fa4" providerId="AD" clId="Web-{8C0D2BBB-622C-D5FE-A641-77BA1B57CC28}" dt="2025-11-13T08:50:32.334" v="214" actId="1076"/>
          <ac:spMkLst>
            <pc:docMk/>
            <pc:sldMk cId="2027014821" sldId="262"/>
            <ac:spMk id="2" creationId="{FB135779-5683-AA40-93FB-4719B6EEF287}"/>
          </ac:spMkLst>
        </pc:spChg>
        <pc:spChg chg="mod">
          <ac:chgData name="#PANG WEI JIE#" userId="S::pang0270@e.ntu.edu.sg::72bcae44-2dd7-4853-8947-6d110cf21fa4" providerId="AD" clId="Web-{8C0D2BBB-622C-D5FE-A641-77BA1B57CC28}" dt="2025-11-13T08:59:01.742" v="690" actId="20577"/>
          <ac:spMkLst>
            <pc:docMk/>
            <pc:sldMk cId="2027014821" sldId="262"/>
            <ac:spMk id="5" creationId="{49EB4D8A-7185-BB8C-869D-37F826C0CAAA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314" v="819"/>
        <pc:sldMkLst>
          <pc:docMk/>
          <pc:sldMk cId="3750020553" sldId="263"/>
        </pc:sldMkLst>
        <pc:spChg chg="mod">
          <ac:chgData name="#PANG WEI JIE#" userId="S::pang0270@e.ntu.edu.sg::72bcae44-2dd7-4853-8947-6d110cf21fa4" providerId="AD" clId="Web-{8C0D2BBB-622C-D5FE-A641-77BA1B57CC28}" dt="2025-11-13T08:50:37.099" v="215" actId="1076"/>
          <ac:spMkLst>
            <pc:docMk/>
            <pc:sldMk cId="3750020553" sldId="263"/>
            <ac:spMk id="2" creationId="{395D3138-89EB-57BB-2ABB-116125B8BE8E}"/>
          </ac:spMkLst>
        </pc:spChg>
        <pc:spChg chg="mod">
          <ac:chgData name="#PANG WEI JIE#" userId="S::pang0270@e.ntu.edu.sg::72bcae44-2dd7-4853-8947-6d110cf21fa4" providerId="AD" clId="Web-{8C0D2BBB-622C-D5FE-A641-77BA1B57CC28}" dt="2025-11-13T08:59:05.633" v="693" actId="20577"/>
          <ac:spMkLst>
            <pc:docMk/>
            <pc:sldMk cId="3750020553" sldId="263"/>
            <ac:spMk id="5" creationId="{1E530C0E-3F57-A88D-4925-2F34FD021BFF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346" v="820"/>
        <pc:sldMkLst>
          <pc:docMk/>
          <pc:sldMk cId="2068233959" sldId="264"/>
        </pc:sldMkLst>
        <pc:spChg chg="mod">
          <ac:chgData name="#PANG WEI JIE#" userId="S::pang0270@e.ntu.edu.sg::72bcae44-2dd7-4853-8947-6d110cf21fa4" providerId="AD" clId="Web-{8C0D2BBB-622C-D5FE-A641-77BA1B57CC28}" dt="2025-11-13T08:50:42.318" v="216" actId="1076"/>
          <ac:spMkLst>
            <pc:docMk/>
            <pc:sldMk cId="2068233959" sldId="264"/>
            <ac:spMk id="2" creationId="{A57A9AEF-873B-144E-EBE0-6528719D2D6B}"/>
          </ac:spMkLst>
        </pc:spChg>
        <pc:spChg chg="mod">
          <ac:chgData name="#PANG WEI JIE#" userId="S::pang0270@e.ntu.edu.sg::72bcae44-2dd7-4853-8947-6d110cf21fa4" providerId="AD" clId="Web-{8C0D2BBB-622C-D5FE-A641-77BA1B57CC28}" dt="2025-11-13T08:59:08.243" v="697" actId="20577"/>
          <ac:spMkLst>
            <pc:docMk/>
            <pc:sldMk cId="2068233959" sldId="264"/>
            <ac:spMk id="5" creationId="{977177D4-E785-218D-9157-2BFA68A32616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377" v="821"/>
        <pc:sldMkLst>
          <pc:docMk/>
          <pc:sldMk cId="2462205672" sldId="265"/>
        </pc:sldMkLst>
        <pc:spChg chg="mod">
          <ac:chgData name="#PANG WEI JIE#" userId="S::pang0270@e.ntu.edu.sg::72bcae44-2dd7-4853-8947-6d110cf21fa4" providerId="AD" clId="Web-{8C0D2BBB-622C-D5FE-A641-77BA1B57CC28}" dt="2025-11-13T08:50:46.006" v="217" actId="1076"/>
          <ac:spMkLst>
            <pc:docMk/>
            <pc:sldMk cId="2462205672" sldId="265"/>
            <ac:spMk id="2" creationId="{975EEBF8-4966-1AA3-F6EB-0A5CD2A5035F}"/>
          </ac:spMkLst>
        </pc:spChg>
        <pc:spChg chg="mod">
          <ac:chgData name="#PANG WEI JIE#" userId="S::pang0270@e.ntu.edu.sg::72bcae44-2dd7-4853-8947-6d110cf21fa4" providerId="AD" clId="Web-{8C0D2BBB-622C-D5FE-A641-77BA1B57CC28}" dt="2025-11-13T09:01:03.448" v="769" actId="20577"/>
          <ac:spMkLst>
            <pc:docMk/>
            <pc:sldMk cId="2462205672" sldId="265"/>
            <ac:spMk id="5" creationId="{81CA29D8-BA1B-4FAC-19A7-9A257880D274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439" v="823"/>
        <pc:sldMkLst>
          <pc:docMk/>
          <pc:sldMk cId="919294963" sldId="266"/>
        </pc:sldMkLst>
        <pc:spChg chg="mod">
          <ac:chgData name="#PANG WEI JIE#" userId="S::pang0270@e.ntu.edu.sg::72bcae44-2dd7-4853-8947-6d110cf21fa4" providerId="AD" clId="Web-{8C0D2BBB-622C-D5FE-A641-77BA1B57CC28}" dt="2025-11-13T08:50:54.334" v="219" actId="1076"/>
          <ac:spMkLst>
            <pc:docMk/>
            <pc:sldMk cId="919294963" sldId="266"/>
            <ac:spMk id="2" creationId="{2EB14937-612D-1CD1-A57E-3B06954B7446}"/>
          </ac:spMkLst>
        </pc:spChg>
        <pc:spChg chg="mod">
          <ac:chgData name="#PANG WEI JIE#" userId="S::pang0270@e.ntu.edu.sg::72bcae44-2dd7-4853-8947-6d110cf21fa4" providerId="AD" clId="Web-{8C0D2BBB-622C-D5FE-A641-77BA1B57CC28}" dt="2025-11-13T08:54:36.734" v="405" actId="20577"/>
          <ac:spMkLst>
            <pc:docMk/>
            <pc:sldMk cId="919294963" sldId="266"/>
            <ac:spMk id="3" creationId="{0B8F900A-0613-36DB-094C-4B844857BAA1}"/>
          </ac:spMkLst>
        </pc:spChg>
      </pc:sldChg>
      <pc:sldChg chg="modSp mod setBg">
        <pc:chgData name="#PANG WEI JIE#" userId="S::pang0270@e.ntu.edu.sg::72bcae44-2dd7-4853-8947-6d110cf21fa4" providerId="AD" clId="Web-{8C0D2BBB-622C-D5FE-A641-77BA1B57CC28}" dt="2025-11-13T09:05:22.455" v="824"/>
        <pc:sldMkLst>
          <pc:docMk/>
          <pc:sldMk cId="2938145853" sldId="267"/>
        </pc:sldMkLst>
        <pc:spChg chg="mod">
          <ac:chgData name="#PANG WEI JIE#" userId="S::pang0270@e.ntu.edu.sg::72bcae44-2dd7-4853-8947-6d110cf21fa4" providerId="AD" clId="Web-{8C0D2BBB-622C-D5FE-A641-77BA1B57CC28}" dt="2025-11-13T08:50:57.568" v="220" actId="1076"/>
          <ac:spMkLst>
            <pc:docMk/>
            <pc:sldMk cId="2938145853" sldId="267"/>
            <ac:spMk id="2" creationId="{9A0062FA-AB51-B3CA-5DB0-943C3DC53AA8}"/>
          </ac:spMkLst>
        </pc:spChg>
        <pc:spChg chg="mod">
          <ac:chgData name="#PANG WEI JIE#" userId="S::pang0270@e.ntu.edu.sg::72bcae44-2dd7-4853-8947-6d110cf21fa4" providerId="AD" clId="Web-{8C0D2BBB-622C-D5FE-A641-77BA1B57CC28}" dt="2025-11-13T08:51:13.459" v="225" actId="20577"/>
          <ac:spMkLst>
            <pc:docMk/>
            <pc:sldMk cId="2938145853" sldId="267"/>
            <ac:spMk id="3" creationId="{ACDF7102-9A28-B8D3-E3F7-55B25A7D3DB1}"/>
          </ac:spMkLst>
        </pc:spChg>
      </pc:sldChg>
    </pc:docChg>
  </pc:docChgLst>
  <pc:docChgLst>
    <pc:chgData name="#LWIN MOE OO#" userId="1dd09941-d6d3-49cc-acff-7c552bc2aac0" providerId="ADAL" clId="{E5F18AEA-E8B0-4365-BF6A-8ED9C24918B9}"/>
    <pc:docChg chg="undo custSel modSld">
      <pc:chgData name="#LWIN MOE OO#" userId="1dd09941-d6d3-49cc-acff-7c552bc2aac0" providerId="ADAL" clId="{E5F18AEA-E8B0-4365-BF6A-8ED9C24918B9}" dt="2025-11-14T17:02:50.632" v="810" actId="20577"/>
      <pc:docMkLst>
        <pc:docMk/>
      </pc:docMkLst>
      <pc:sldChg chg="addSp delSp modSp mod modNotesTx">
        <pc:chgData name="#LWIN MOE OO#" userId="1dd09941-d6d3-49cc-acff-7c552bc2aac0" providerId="ADAL" clId="{E5F18AEA-E8B0-4365-BF6A-8ED9C24918B9}" dt="2025-11-14T17:02:50.632" v="810" actId="20577"/>
        <pc:sldMkLst>
          <pc:docMk/>
          <pc:sldMk cId="2462205672" sldId="265"/>
        </pc:sldMkLst>
        <pc:spChg chg="mod">
          <ac:chgData name="#LWIN MOE OO#" userId="1dd09941-d6d3-49cc-acff-7c552bc2aac0" providerId="ADAL" clId="{E5F18AEA-E8B0-4365-BF6A-8ED9C24918B9}" dt="2025-11-14T16:57:04.519" v="583"/>
          <ac:spMkLst>
            <pc:docMk/>
            <pc:sldMk cId="2462205672" sldId="265"/>
            <ac:spMk id="5" creationId="{81CA29D8-BA1B-4FAC-19A7-9A257880D274}"/>
          </ac:spMkLst>
        </pc:spChg>
        <pc:picChg chg="add del mod modCrop">
          <ac:chgData name="#LWIN MOE OO#" userId="1dd09941-d6d3-49cc-acff-7c552bc2aac0" providerId="ADAL" clId="{E5F18AEA-E8B0-4365-BF6A-8ED9C24918B9}" dt="2025-11-14T16:56:57.118" v="581" actId="1076"/>
          <ac:picMkLst>
            <pc:docMk/>
            <pc:sldMk cId="2462205672" sldId="265"/>
            <ac:picMk id="3" creationId="{0D01EC61-CF9B-8E6F-09B7-2E5824822DFC}"/>
          </ac:picMkLst>
        </pc:picChg>
        <pc:picChg chg="add del mod">
          <ac:chgData name="#LWIN MOE OO#" userId="1dd09941-d6d3-49cc-acff-7c552bc2aac0" providerId="ADAL" clId="{E5F18AEA-E8B0-4365-BF6A-8ED9C24918B9}" dt="2025-11-14T16:56:35.373" v="575" actId="22"/>
          <ac:picMkLst>
            <pc:docMk/>
            <pc:sldMk cId="2462205672" sldId="265"/>
            <ac:picMk id="12" creationId="{80C8E1CB-B39D-81F0-E4C9-759628DEC12A}"/>
          </ac:picMkLst>
        </pc:picChg>
      </pc:sldChg>
    </pc:docChg>
  </pc:docChgLst>
  <pc:docChgLst>
    <pc:chgData name="#PAZHANISAMY HARISH PRABHU#" userId="S::harishpr001@e.ntu.edu.sg::35c7008f-c9e0-45f1-bf01-579da08733cb" providerId="AD" clId="Web-{C89215D8-8C39-B47C-C02E-ACF192385A8C}"/>
    <pc:docChg chg="modSld">
      <pc:chgData name="#PAZHANISAMY HARISH PRABHU#" userId="S::harishpr001@e.ntu.edu.sg::35c7008f-c9e0-45f1-bf01-579da08733cb" providerId="AD" clId="Web-{C89215D8-8C39-B47C-C02E-ACF192385A8C}" dt="2025-11-14T12:57:50.253" v="327"/>
      <pc:docMkLst>
        <pc:docMk/>
      </pc:docMkLst>
      <pc:sldChg chg="addSp delSp">
        <pc:chgData name="#PAZHANISAMY HARISH PRABHU#" userId="S::harishpr001@e.ntu.edu.sg::35c7008f-c9e0-45f1-bf01-579da08733cb" providerId="AD" clId="Web-{C89215D8-8C39-B47C-C02E-ACF192385A8C}" dt="2025-11-14T12:57:50.253" v="327"/>
        <pc:sldMkLst>
          <pc:docMk/>
          <pc:sldMk cId="78934428" sldId="258"/>
        </pc:sldMkLst>
        <pc:picChg chg="add del">
          <ac:chgData name="#PAZHANISAMY HARISH PRABHU#" userId="S::harishpr001@e.ntu.edu.sg::35c7008f-c9e0-45f1-bf01-579da08733cb" providerId="AD" clId="Web-{C89215D8-8C39-B47C-C02E-ACF192385A8C}" dt="2025-11-14T12:57:50.253" v="327"/>
          <ac:picMkLst>
            <pc:docMk/>
            <pc:sldMk cId="78934428" sldId="258"/>
            <ac:picMk id="4" creationId="{FA9CCE84-F783-D51B-F8C5-F843704FEFDE}"/>
          </ac:picMkLst>
        </pc:picChg>
      </pc:sldChg>
      <pc:sldChg chg="addSp delSp modSp mod setBg modNotes">
        <pc:chgData name="#PAZHANISAMY HARISH PRABHU#" userId="S::harishpr001@e.ntu.edu.sg::35c7008f-c9e0-45f1-bf01-579da08733cb" providerId="AD" clId="Web-{C89215D8-8C39-B47C-C02E-ACF192385A8C}" dt="2025-11-14T12:55:19.377" v="311" actId="20577"/>
        <pc:sldMkLst>
          <pc:docMk/>
          <pc:sldMk cId="2027014821" sldId="262"/>
        </pc:sldMkLst>
        <pc:spChg chg="mod">
          <ac:chgData name="#PAZHANISAMY HARISH PRABHU#" userId="S::harishpr001@e.ntu.edu.sg::35c7008f-c9e0-45f1-bf01-579da08733cb" providerId="AD" clId="Web-{C89215D8-8C39-B47C-C02E-ACF192385A8C}" dt="2025-11-14T11:59:17.662" v="11"/>
          <ac:spMkLst>
            <pc:docMk/>
            <pc:sldMk cId="2027014821" sldId="262"/>
            <ac:spMk id="2" creationId="{FB135779-5683-AA40-93FB-4719B6EEF287}"/>
          </ac:spMkLst>
        </pc:spChg>
        <pc:spChg chg="del">
          <ac:chgData name="#PAZHANISAMY HARISH PRABHU#" userId="S::harishpr001@e.ntu.edu.sg::35c7008f-c9e0-45f1-bf01-579da08733cb" providerId="AD" clId="Web-{C89215D8-8C39-B47C-C02E-ACF192385A8C}" dt="2025-11-14T11:55:19.659" v="0"/>
          <ac:spMkLst>
            <pc:docMk/>
            <pc:sldMk cId="2027014821" sldId="262"/>
            <ac:spMk id="4" creationId="{FE6840EC-1337-A21A-F6E3-552CAA964994}"/>
          </ac:spMkLst>
        </pc:spChg>
        <pc:spChg chg="mod">
          <ac:chgData name="#PAZHANISAMY HARISH PRABHU#" userId="S::harishpr001@e.ntu.edu.sg::35c7008f-c9e0-45f1-bf01-579da08733cb" providerId="AD" clId="Web-{C89215D8-8C39-B47C-C02E-ACF192385A8C}" dt="2025-11-14T12:55:19.377" v="311" actId="20577"/>
          <ac:spMkLst>
            <pc:docMk/>
            <pc:sldMk cId="2027014821" sldId="262"/>
            <ac:spMk id="5" creationId="{49EB4D8A-7185-BB8C-869D-37F826C0CAAA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1:58:51.755" v="5"/>
          <ac:spMkLst>
            <pc:docMk/>
            <pc:sldMk cId="2027014821" sldId="262"/>
            <ac:spMk id="7" creationId="{486BD4E6-1862-5147-6918-6E7740017AFD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2:04:56.857" v="19"/>
          <ac:spMkLst>
            <pc:docMk/>
            <pc:sldMk cId="2027014821" sldId="262"/>
            <ac:spMk id="10" creationId="{6E71B5AD-0388-F994-D3EC-AD0C5A665576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2:09:58.351" v="28"/>
          <ac:spMkLst>
            <pc:docMk/>
            <pc:sldMk cId="2027014821" sldId="262"/>
            <ac:spMk id="13" creationId="{A145BE16-FF11-EEBA-4B29-E6B974E51E48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2:30:37.549" v="117"/>
          <ac:spMkLst>
            <pc:docMk/>
            <pc:sldMk cId="2027014821" sldId="262"/>
            <ac:spMk id="16" creationId="{36477E8F-415A-96B0-E748-BDA61C4419EB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2:36:14.314" v="126"/>
          <ac:spMkLst>
            <pc:docMk/>
            <pc:sldMk cId="2027014821" sldId="262"/>
            <ac:spMk id="19" creationId="{F07131AA-1F51-197C-656F-5BC42067A6E8}"/>
          </ac:spMkLst>
        </pc:spChg>
        <pc:picChg chg="add del mod ord">
          <ac:chgData name="#PAZHANISAMY HARISH PRABHU#" userId="S::harishpr001@e.ntu.edu.sg::35c7008f-c9e0-45f1-bf01-579da08733cb" providerId="AD" clId="Web-{C89215D8-8C39-B47C-C02E-ACF192385A8C}" dt="2025-11-14T11:58:17.724" v="4"/>
          <ac:picMkLst>
            <pc:docMk/>
            <pc:sldMk cId="2027014821" sldId="262"/>
            <ac:picMk id="3" creationId="{79F30ED4-CDFF-7333-84B6-7232FD1AA269}"/>
          </ac:picMkLst>
        </pc:picChg>
        <pc:picChg chg="add del mod ord">
          <ac:chgData name="#PAZHANISAMY HARISH PRABHU#" userId="S::harishpr001@e.ntu.edu.sg::35c7008f-c9e0-45f1-bf01-579da08733cb" providerId="AD" clId="Web-{C89215D8-8C39-B47C-C02E-ACF192385A8C}" dt="2025-11-14T12:04:44.356" v="18"/>
          <ac:picMkLst>
            <pc:docMk/>
            <pc:sldMk cId="2027014821" sldId="262"/>
            <ac:picMk id="8" creationId="{F801FB8A-FFC7-C0CC-9844-850C5B03646C}"/>
          </ac:picMkLst>
        </pc:picChg>
        <pc:picChg chg="add del mod ord">
          <ac:chgData name="#PAZHANISAMY HARISH PRABHU#" userId="S::harishpr001@e.ntu.edu.sg::35c7008f-c9e0-45f1-bf01-579da08733cb" providerId="AD" clId="Web-{C89215D8-8C39-B47C-C02E-ACF192385A8C}" dt="2025-11-14T12:09:52.663" v="27"/>
          <ac:picMkLst>
            <pc:docMk/>
            <pc:sldMk cId="2027014821" sldId="262"/>
            <ac:picMk id="11" creationId="{9FCB995D-2FA9-FD35-243F-441BDCFFC0FB}"/>
          </ac:picMkLst>
        </pc:picChg>
        <pc:picChg chg="add del mod ord">
          <ac:chgData name="#PAZHANISAMY HARISH PRABHU#" userId="S::harishpr001@e.ntu.edu.sg::35c7008f-c9e0-45f1-bf01-579da08733cb" providerId="AD" clId="Web-{C89215D8-8C39-B47C-C02E-ACF192385A8C}" dt="2025-11-14T12:30:10.080" v="116"/>
          <ac:picMkLst>
            <pc:docMk/>
            <pc:sldMk cId="2027014821" sldId="262"/>
            <ac:picMk id="14" creationId="{1461E9C6-6FDF-476F-EAA6-A8348B514980}"/>
          </ac:picMkLst>
        </pc:picChg>
        <pc:picChg chg="add del mod ord">
          <ac:chgData name="#PAZHANISAMY HARISH PRABHU#" userId="S::harishpr001@e.ntu.edu.sg::35c7008f-c9e0-45f1-bf01-579da08733cb" providerId="AD" clId="Web-{C89215D8-8C39-B47C-C02E-ACF192385A8C}" dt="2025-11-14T12:36:08.798" v="125"/>
          <ac:picMkLst>
            <pc:docMk/>
            <pc:sldMk cId="2027014821" sldId="262"/>
            <ac:picMk id="17" creationId="{5461C87E-3449-1915-DB80-3A9E2C89EA41}"/>
          </ac:picMkLst>
        </pc:picChg>
        <pc:picChg chg="add mod ord">
          <ac:chgData name="#PAZHANISAMY HARISH PRABHU#" userId="S::harishpr001@e.ntu.edu.sg::35c7008f-c9e0-45f1-bf01-579da08733cb" providerId="AD" clId="Web-{C89215D8-8C39-B47C-C02E-ACF192385A8C}" dt="2025-11-14T12:50:03.756" v="195" actId="14100"/>
          <ac:picMkLst>
            <pc:docMk/>
            <pc:sldMk cId="2027014821" sldId="262"/>
            <ac:picMk id="20" creationId="{766B4F54-9647-0034-6414-5B265AAED698}"/>
          </ac:picMkLst>
        </pc:picChg>
      </pc:sldChg>
      <pc:sldChg chg="modSp">
        <pc:chgData name="#PAZHANISAMY HARISH PRABHU#" userId="S::harishpr001@e.ntu.edu.sg::35c7008f-c9e0-45f1-bf01-579da08733cb" providerId="AD" clId="Web-{C89215D8-8C39-B47C-C02E-ACF192385A8C}" dt="2025-11-14T12:51:26.118" v="231"/>
        <pc:sldMkLst>
          <pc:docMk/>
          <pc:sldMk cId="3750020553" sldId="263"/>
        </pc:sldMkLst>
        <pc:spChg chg="mod">
          <ac:chgData name="#PAZHANISAMY HARISH PRABHU#" userId="S::harishpr001@e.ntu.edu.sg::35c7008f-c9e0-45f1-bf01-579da08733cb" providerId="AD" clId="Web-{C89215D8-8C39-B47C-C02E-ACF192385A8C}" dt="2025-11-14T12:51:26.118" v="231"/>
          <ac:spMkLst>
            <pc:docMk/>
            <pc:sldMk cId="3750020553" sldId="263"/>
            <ac:spMk id="5" creationId="{1E530C0E-3F57-A88D-4925-2F34FD021BFF}"/>
          </ac:spMkLst>
        </pc:spChg>
      </pc:sldChg>
      <pc:sldChg chg="modSp">
        <pc:chgData name="#PAZHANISAMY HARISH PRABHU#" userId="S::harishpr001@e.ntu.edu.sg::35c7008f-c9e0-45f1-bf01-579da08733cb" providerId="AD" clId="Web-{C89215D8-8C39-B47C-C02E-ACF192385A8C}" dt="2025-11-14T12:51:30.696" v="237"/>
        <pc:sldMkLst>
          <pc:docMk/>
          <pc:sldMk cId="2068233959" sldId="264"/>
        </pc:sldMkLst>
        <pc:spChg chg="mod">
          <ac:chgData name="#PAZHANISAMY HARISH PRABHU#" userId="S::harishpr001@e.ntu.edu.sg::35c7008f-c9e0-45f1-bf01-579da08733cb" providerId="AD" clId="Web-{C89215D8-8C39-B47C-C02E-ACF192385A8C}" dt="2025-11-14T12:51:30.696" v="237"/>
          <ac:spMkLst>
            <pc:docMk/>
            <pc:sldMk cId="2068233959" sldId="264"/>
            <ac:spMk id="5" creationId="{977177D4-E785-218D-9157-2BFA68A32616}"/>
          </ac:spMkLst>
        </pc:spChg>
      </pc:sldChg>
      <pc:sldChg chg="addSp delSp modSp">
        <pc:chgData name="#PAZHANISAMY HARISH PRABHU#" userId="S::harishpr001@e.ntu.edu.sg::35c7008f-c9e0-45f1-bf01-579da08733cb" providerId="AD" clId="Web-{C89215D8-8C39-B47C-C02E-ACF192385A8C}" dt="2025-11-14T12:57:01.237" v="325" actId="20577"/>
        <pc:sldMkLst>
          <pc:docMk/>
          <pc:sldMk cId="2462205672" sldId="265"/>
        </pc:sldMkLst>
        <pc:spChg chg="del">
          <ac:chgData name="#PAZHANISAMY HARISH PRABHU#" userId="S::harishpr001@e.ntu.edu.sg::35c7008f-c9e0-45f1-bf01-579da08733cb" providerId="AD" clId="Web-{C89215D8-8C39-B47C-C02E-ACF192385A8C}" dt="2025-11-14T12:43:02.701" v="132"/>
          <ac:spMkLst>
            <pc:docMk/>
            <pc:sldMk cId="2462205672" sldId="265"/>
            <ac:spMk id="4" creationId="{C3779997-3DF4-35CC-9D60-A6E48A2D2D42}"/>
          </ac:spMkLst>
        </pc:spChg>
        <pc:spChg chg="mod">
          <ac:chgData name="#PAZHANISAMY HARISH PRABHU#" userId="S::harishpr001@e.ntu.edu.sg::35c7008f-c9e0-45f1-bf01-579da08733cb" providerId="AD" clId="Web-{C89215D8-8C39-B47C-C02E-ACF192385A8C}" dt="2025-11-14T12:57:01.237" v="325" actId="20577"/>
          <ac:spMkLst>
            <pc:docMk/>
            <pc:sldMk cId="2462205672" sldId="265"/>
            <ac:spMk id="5" creationId="{81CA29D8-BA1B-4FAC-19A7-9A257880D274}"/>
          </ac:spMkLst>
        </pc:spChg>
        <pc:spChg chg="add del mod">
          <ac:chgData name="#PAZHANISAMY HARISH PRABHU#" userId="S::harishpr001@e.ntu.edu.sg::35c7008f-c9e0-45f1-bf01-579da08733cb" providerId="AD" clId="Web-{C89215D8-8C39-B47C-C02E-ACF192385A8C}" dt="2025-11-14T12:46:01.139" v="139"/>
          <ac:spMkLst>
            <pc:docMk/>
            <pc:sldMk cId="2462205672" sldId="265"/>
            <ac:spMk id="7" creationId="{B6ECE2CB-DFC8-5FD1-7A2C-3101067EC052}"/>
          </ac:spMkLst>
        </pc:spChg>
        <pc:picChg chg="add del mod ord">
          <ac:chgData name="#PAZHANISAMY HARISH PRABHU#" userId="S::harishpr001@e.ntu.edu.sg::35c7008f-c9e0-45f1-bf01-579da08733cb" providerId="AD" clId="Web-{C89215D8-8C39-B47C-C02E-ACF192385A8C}" dt="2025-11-14T12:45:55.717" v="138"/>
          <ac:picMkLst>
            <pc:docMk/>
            <pc:sldMk cId="2462205672" sldId="265"/>
            <ac:picMk id="3" creationId="{EFB7DE3D-1A8C-E1B5-FF33-70F212335107}"/>
          </ac:picMkLst>
        </pc:picChg>
        <pc:picChg chg="add mod ord">
          <ac:chgData name="#PAZHANISAMY HARISH PRABHU#" userId="S::harishpr001@e.ntu.edu.sg::35c7008f-c9e0-45f1-bf01-579da08733cb" providerId="AD" clId="Web-{C89215D8-8C39-B47C-C02E-ACF192385A8C}" dt="2025-11-14T12:46:46.139" v="155" actId="1076"/>
          <ac:picMkLst>
            <pc:docMk/>
            <pc:sldMk cId="2462205672" sldId="265"/>
            <ac:picMk id="8" creationId="{4D7B25FF-79B5-872C-6F2E-ADD6567FC0F4}"/>
          </ac:picMkLst>
        </pc:picChg>
      </pc:sldChg>
    </pc:docChg>
  </pc:docChgLst>
  <pc:docChgLst>
    <pc:chgData name="#PANG WEI JIE#" userId="S::pang0270@e.ntu.edu.sg::72bcae44-2dd7-4853-8947-6d110cf21fa4" providerId="AD" clId="Web-{BE1971C7-85DA-671A-5C03-87B2AA02E9C4}"/>
    <pc:docChg chg="modSld">
      <pc:chgData name="#PANG WEI JIE#" userId="S::pang0270@e.ntu.edu.sg::72bcae44-2dd7-4853-8947-6d110cf21fa4" providerId="AD" clId="Web-{BE1971C7-85DA-671A-5C03-87B2AA02E9C4}" dt="2025-11-14T16:23:38.534" v="1003"/>
      <pc:docMkLst>
        <pc:docMk/>
      </pc:docMkLst>
      <pc:sldChg chg="addSp delSp modSp">
        <pc:chgData name="#PANG WEI JIE#" userId="S::pang0270@e.ntu.edu.sg::72bcae44-2dd7-4853-8947-6d110cf21fa4" providerId="AD" clId="Web-{BE1971C7-85DA-671A-5C03-87B2AA02E9C4}" dt="2025-11-14T15:42:34.450" v="100"/>
        <pc:sldMkLst>
          <pc:docMk/>
          <pc:sldMk cId="2997418902" sldId="259"/>
        </pc:sldMkLst>
        <pc:spChg chg="add del mod">
          <ac:chgData name="#PANG WEI JIE#" userId="S::pang0270@e.ntu.edu.sg::72bcae44-2dd7-4853-8947-6d110cf21fa4" providerId="AD" clId="Web-{BE1971C7-85DA-671A-5C03-87B2AA02E9C4}" dt="2025-11-14T15:21:35.943" v="96"/>
          <ac:spMkLst>
            <pc:docMk/>
            <pc:sldMk cId="2997418902" sldId="259"/>
            <ac:spMk id="4" creationId="{2FB4C7F4-8DE3-BC2C-AE07-11601ADAB60D}"/>
          </ac:spMkLst>
        </pc:spChg>
        <pc:spChg chg="del">
          <ac:chgData name="#PANG WEI JIE#" userId="S::pang0270@e.ntu.edu.sg::72bcae44-2dd7-4853-8947-6d110cf21fa4" providerId="AD" clId="Web-{BE1971C7-85DA-671A-5C03-87B2AA02E9C4}" dt="2025-11-14T13:44:07.351" v="46"/>
          <ac:spMkLst>
            <pc:docMk/>
            <pc:sldMk cId="2997418902" sldId="259"/>
            <ac:spMk id="5" creationId="{5D8EB816-C2B8-3706-69CE-3288B60F8392}"/>
          </ac:spMkLst>
        </pc:spChg>
        <pc:spChg chg="mod">
          <ac:chgData name="#PANG WEI JIE#" userId="S::pang0270@e.ntu.edu.sg::72bcae44-2dd7-4853-8947-6d110cf21fa4" providerId="AD" clId="Web-{BE1971C7-85DA-671A-5C03-87B2AA02E9C4}" dt="2025-11-14T13:46:21.966" v="93" actId="1076"/>
          <ac:spMkLst>
            <pc:docMk/>
            <pc:sldMk cId="2997418902" sldId="259"/>
            <ac:spMk id="6" creationId="{7453184F-6190-5D19-33CF-43374C24C7C8}"/>
          </ac:spMkLst>
        </pc:spChg>
        <pc:spChg chg="add del mod">
          <ac:chgData name="#PANG WEI JIE#" userId="S::pang0270@e.ntu.edu.sg::72bcae44-2dd7-4853-8947-6d110cf21fa4" providerId="AD" clId="Web-{BE1971C7-85DA-671A-5C03-87B2AA02E9C4}" dt="2025-11-14T13:46:09.450" v="90"/>
          <ac:spMkLst>
            <pc:docMk/>
            <pc:sldMk cId="2997418902" sldId="259"/>
            <ac:spMk id="7" creationId="{A3B07A68-FF29-8A5D-2C71-037E64574619}"/>
          </ac:spMkLst>
        </pc:spChg>
        <pc:picChg chg="add del mod ord">
          <ac:chgData name="#PANG WEI JIE#" userId="S::pang0270@e.ntu.edu.sg::72bcae44-2dd7-4853-8947-6d110cf21fa4" providerId="AD" clId="Web-{BE1971C7-85DA-671A-5C03-87B2AA02E9C4}" dt="2025-11-14T13:45:33.559" v="89"/>
          <ac:picMkLst>
            <pc:docMk/>
            <pc:sldMk cId="2997418902" sldId="259"/>
            <ac:picMk id="3" creationId="{B5CA7C3F-F028-3E99-63F4-05B74B28EC35}"/>
          </ac:picMkLst>
        </pc:picChg>
        <pc:picChg chg="add mod ord">
          <ac:chgData name="#PANG WEI JIE#" userId="S::pang0270@e.ntu.edu.sg::72bcae44-2dd7-4853-8947-6d110cf21fa4" providerId="AD" clId="Web-{BE1971C7-85DA-671A-5C03-87B2AA02E9C4}" dt="2025-11-14T15:42:34.450" v="100"/>
          <ac:picMkLst>
            <pc:docMk/>
            <pc:sldMk cId="2997418902" sldId="259"/>
            <ac:picMk id="5" creationId="{F540DBB2-2EF1-B7DD-6270-087B913C277F}"/>
          </ac:picMkLst>
        </pc:picChg>
        <pc:picChg chg="add del mod ord">
          <ac:chgData name="#PANG WEI JIE#" userId="S::pang0270@e.ntu.edu.sg::72bcae44-2dd7-4853-8947-6d110cf21fa4" providerId="AD" clId="Web-{BE1971C7-85DA-671A-5C03-87B2AA02E9C4}" dt="2025-11-14T15:21:30.225" v="95"/>
          <ac:picMkLst>
            <pc:docMk/>
            <pc:sldMk cId="2997418902" sldId="259"/>
            <ac:picMk id="8" creationId="{36A62385-7637-6A8B-B492-34F87279BA19}"/>
          </ac:picMkLst>
        </pc:picChg>
      </pc:sldChg>
      <pc:sldChg chg="modNotes">
        <pc:chgData name="#PANG WEI JIE#" userId="S::pang0270@e.ntu.edu.sg::72bcae44-2dd7-4853-8947-6d110cf21fa4" providerId="AD" clId="Web-{BE1971C7-85DA-671A-5C03-87B2AA02E9C4}" dt="2025-11-14T16:16:00.294" v="512"/>
        <pc:sldMkLst>
          <pc:docMk/>
          <pc:sldMk cId="2027014821" sldId="262"/>
        </pc:sldMkLst>
      </pc:sldChg>
      <pc:sldChg chg="modSp">
        <pc:chgData name="#PANG WEI JIE#" userId="S::pang0270@e.ntu.edu.sg::72bcae44-2dd7-4853-8947-6d110cf21fa4" providerId="AD" clId="Web-{BE1971C7-85DA-671A-5C03-87B2AA02E9C4}" dt="2025-11-14T11:43:51.346" v="18" actId="20577"/>
        <pc:sldMkLst>
          <pc:docMk/>
          <pc:sldMk cId="3750020553" sldId="263"/>
        </pc:sldMkLst>
        <pc:spChg chg="mod">
          <ac:chgData name="#PANG WEI JIE#" userId="S::pang0270@e.ntu.edu.sg::72bcae44-2dd7-4853-8947-6d110cf21fa4" providerId="AD" clId="Web-{BE1971C7-85DA-671A-5C03-87B2AA02E9C4}" dt="2025-11-14T11:43:51.346" v="18" actId="20577"/>
          <ac:spMkLst>
            <pc:docMk/>
            <pc:sldMk cId="3750020553" sldId="263"/>
            <ac:spMk id="5" creationId="{1E530C0E-3F57-A88D-4925-2F34FD021BFF}"/>
          </ac:spMkLst>
        </pc:spChg>
      </pc:sldChg>
      <pc:sldChg chg="modSp">
        <pc:chgData name="#PANG WEI JIE#" userId="S::pang0270@e.ntu.edu.sg::72bcae44-2dd7-4853-8947-6d110cf21fa4" providerId="AD" clId="Web-{BE1971C7-85DA-671A-5C03-87B2AA02E9C4}" dt="2025-11-14T11:44:38.335" v="45" actId="20577"/>
        <pc:sldMkLst>
          <pc:docMk/>
          <pc:sldMk cId="2068233959" sldId="264"/>
        </pc:sldMkLst>
        <pc:spChg chg="mod">
          <ac:chgData name="#PANG WEI JIE#" userId="S::pang0270@e.ntu.edu.sg::72bcae44-2dd7-4853-8947-6d110cf21fa4" providerId="AD" clId="Web-{BE1971C7-85DA-671A-5C03-87B2AA02E9C4}" dt="2025-11-14T11:44:38.335" v="45" actId="20577"/>
          <ac:spMkLst>
            <pc:docMk/>
            <pc:sldMk cId="2068233959" sldId="264"/>
            <ac:spMk id="5" creationId="{977177D4-E785-218D-9157-2BFA68A32616}"/>
          </ac:spMkLst>
        </pc:spChg>
      </pc:sldChg>
      <pc:sldChg chg="modNotes">
        <pc:chgData name="#PANG WEI JIE#" userId="S::pang0270@e.ntu.edu.sg::72bcae44-2dd7-4853-8947-6d110cf21fa4" providerId="AD" clId="Web-{BE1971C7-85DA-671A-5C03-87B2AA02E9C4}" dt="2025-11-14T16:22:10.265" v="949"/>
        <pc:sldMkLst>
          <pc:docMk/>
          <pc:sldMk cId="919294963" sldId="266"/>
        </pc:sldMkLst>
      </pc:sldChg>
      <pc:sldChg chg="modNotes">
        <pc:chgData name="#PANG WEI JIE#" userId="S::pang0270@e.ntu.edu.sg::72bcae44-2dd7-4853-8947-6d110cf21fa4" providerId="AD" clId="Web-{BE1971C7-85DA-671A-5C03-87B2AA02E9C4}" dt="2025-11-14T16:23:38.534" v="1003"/>
        <pc:sldMkLst>
          <pc:docMk/>
          <pc:sldMk cId="2938145853" sldId="267"/>
        </pc:sldMkLst>
      </pc:sldChg>
    </pc:docChg>
  </pc:docChgLst>
  <pc:docChgLst>
    <pc:chgData name="#PAZHANISAMY HARISH PRABHU#" userId="35c7008f-c9e0-45f1-bf01-579da08733cb" providerId="ADAL" clId="{6675E1E3-F3A2-3D67-AED3-4C0B923C8A72}"/>
    <pc:docChg chg="modSld">
      <pc:chgData name="#PAZHANISAMY HARISH PRABHU#" userId="35c7008f-c9e0-45f1-bf01-579da08733cb" providerId="ADAL" clId="{6675E1E3-F3A2-3D67-AED3-4C0B923C8A72}" dt="2025-11-15T00:58:16.488" v="38" actId="114"/>
      <pc:docMkLst>
        <pc:docMk/>
      </pc:docMkLst>
      <pc:sldChg chg="modSp mod">
        <pc:chgData name="#PAZHANISAMY HARISH PRABHU#" userId="35c7008f-c9e0-45f1-bf01-579da08733cb" providerId="ADAL" clId="{6675E1E3-F3A2-3D67-AED3-4C0B923C8A72}" dt="2025-11-15T00:58:16.488" v="38" actId="114"/>
        <pc:sldMkLst>
          <pc:docMk/>
          <pc:sldMk cId="3750020553" sldId="263"/>
        </pc:sldMkLst>
        <pc:spChg chg="mod">
          <ac:chgData name="#PAZHANISAMY HARISH PRABHU#" userId="35c7008f-c9e0-45f1-bf01-579da08733cb" providerId="ADAL" clId="{6675E1E3-F3A2-3D67-AED3-4C0B923C8A72}" dt="2025-11-15T00:58:16.488" v="38" actId="114"/>
          <ac:spMkLst>
            <pc:docMk/>
            <pc:sldMk cId="3750020553" sldId="263"/>
            <ac:spMk id="5" creationId="{1E530C0E-3F57-A88D-4925-2F34FD021BFF}"/>
          </ac:spMkLst>
        </pc:spChg>
      </pc:sldChg>
    </pc:docChg>
  </pc:docChgLst>
  <pc:docChgLst>
    <pc:chgData name="#LWIN MOE OO#" userId="S::c250007@e.ntu.edu.sg::1dd09941-d6d3-49cc-acff-7c552bc2aac0" providerId="AD" clId="Web-{0FFB4083-3B2E-2A6A-F0E7-C0FF5C836540}"/>
    <pc:docChg chg="addSld delSld modSld sldOrd">
      <pc:chgData name="#LWIN MOE OO#" userId="S::c250007@e.ntu.edu.sg::1dd09941-d6d3-49cc-acff-7c552bc2aac0" providerId="AD" clId="Web-{0FFB4083-3B2E-2A6A-F0E7-C0FF5C836540}" dt="2025-11-15T03:30:08.242" v="224" actId="20577"/>
      <pc:docMkLst>
        <pc:docMk/>
      </pc:docMkLst>
      <pc:sldChg chg="modSp">
        <pc:chgData name="#LWIN MOE OO#" userId="S::c250007@e.ntu.edu.sg::1dd09941-d6d3-49cc-acff-7c552bc2aac0" providerId="AD" clId="Web-{0FFB4083-3B2E-2A6A-F0E7-C0FF5C836540}" dt="2025-11-15T03:30:08.242" v="224" actId="20577"/>
        <pc:sldMkLst>
          <pc:docMk/>
          <pc:sldMk cId="109857222" sldId="256"/>
        </pc:sldMkLst>
        <pc:spChg chg="mod">
          <ac:chgData name="#LWIN MOE OO#" userId="S::c250007@e.ntu.edu.sg::1dd09941-d6d3-49cc-acff-7c552bc2aac0" providerId="AD" clId="Web-{0FFB4083-3B2E-2A6A-F0E7-C0FF5C836540}" dt="2025-11-15T03:30:08.242" v="224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Notes">
        <pc:chgData name="#LWIN MOE OO#" userId="S::c250007@e.ntu.edu.sg::1dd09941-d6d3-49cc-acff-7c552bc2aac0" providerId="AD" clId="Web-{0FFB4083-3B2E-2A6A-F0E7-C0FF5C836540}" dt="2025-11-15T01:55:14.126" v="88"/>
        <pc:sldMkLst>
          <pc:docMk/>
          <pc:sldMk cId="2703079337" sldId="257"/>
        </pc:sldMkLst>
      </pc:sldChg>
      <pc:sldChg chg="modNotes">
        <pc:chgData name="#LWIN MOE OO#" userId="S::c250007@e.ntu.edu.sg::1dd09941-d6d3-49cc-acff-7c552bc2aac0" providerId="AD" clId="Web-{0FFB4083-3B2E-2A6A-F0E7-C0FF5C836540}" dt="2025-11-15T03:29:39.255" v="218"/>
        <pc:sldMkLst>
          <pc:docMk/>
          <pc:sldMk cId="2462205672" sldId="265"/>
        </pc:sldMkLst>
      </pc:sldChg>
      <pc:sldChg chg="new del ord">
        <pc:chgData name="#LWIN MOE OO#" userId="S::c250007@e.ntu.edu.sg::1dd09941-d6d3-49cc-acff-7c552bc2aac0" providerId="AD" clId="Web-{0FFB4083-3B2E-2A6A-F0E7-C0FF5C836540}" dt="2025-11-15T01:50:28.494" v="2"/>
        <pc:sldMkLst>
          <pc:docMk/>
          <pc:sldMk cId="1784699216" sldId="268"/>
        </pc:sldMkLst>
      </pc:sldChg>
      <pc:sldChg chg="addSp delSp modSp add replId modNotes">
        <pc:chgData name="#LWIN MOE OO#" userId="S::c250007@e.ntu.edu.sg::1dd09941-d6d3-49cc-acff-7c552bc2aac0" providerId="AD" clId="Web-{0FFB4083-3B2E-2A6A-F0E7-C0FF5C836540}" dt="2025-11-15T01:54:59.297" v="83"/>
        <pc:sldMkLst>
          <pc:docMk/>
          <pc:sldMk cId="2290913640" sldId="268"/>
        </pc:sldMkLst>
        <pc:spChg chg="mod">
          <ac:chgData name="#LWIN MOE OO#" userId="S::c250007@e.ntu.edu.sg::1dd09941-d6d3-49cc-acff-7c552bc2aac0" providerId="AD" clId="Web-{0FFB4083-3B2E-2A6A-F0E7-C0FF5C836540}" dt="2025-11-15T01:50:36.166" v="14" actId="20577"/>
          <ac:spMkLst>
            <pc:docMk/>
            <pc:sldMk cId="2290913640" sldId="268"/>
            <ac:spMk id="2" creationId="{CF9F2A83-2C2A-2C28-4E04-3765D39B5276}"/>
          </ac:spMkLst>
        </pc:spChg>
        <pc:spChg chg="del">
          <ac:chgData name="#LWIN MOE OO#" userId="S::c250007@e.ntu.edu.sg::1dd09941-d6d3-49cc-acff-7c552bc2aac0" providerId="AD" clId="Web-{0FFB4083-3B2E-2A6A-F0E7-C0FF5C836540}" dt="2025-11-15T01:50:48.151" v="21"/>
          <ac:spMkLst>
            <pc:docMk/>
            <pc:sldMk cId="2290913640" sldId="268"/>
            <ac:spMk id="4" creationId="{36C1E517-BB27-B401-429B-3FA3AC3D914E}"/>
          </ac:spMkLst>
        </pc:spChg>
        <pc:spChg chg="del">
          <ac:chgData name="#LWIN MOE OO#" userId="S::c250007@e.ntu.edu.sg::1dd09941-d6d3-49cc-acff-7c552bc2aac0" providerId="AD" clId="Web-{0FFB4083-3B2E-2A6A-F0E7-C0FF5C836540}" dt="2025-11-15T01:50:49.932" v="22"/>
          <ac:spMkLst>
            <pc:docMk/>
            <pc:sldMk cId="2290913640" sldId="268"/>
            <ac:spMk id="5" creationId="{7A264743-D80B-00DD-0E49-F6F3EC331B95}"/>
          </ac:spMkLst>
        </pc:spChg>
        <pc:spChg chg="del">
          <ac:chgData name="#LWIN MOE OO#" userId="S::c250007@e.ntu.edu.sg::1dd09941-d6d3-49cc-acff-7c552bc2aac0" providerId="AD" clId="Web-{0FFB4083-3B2E-2A6A-F0E7-C0FF5C836540}" dt="2025-11-15T01:50:46.198" v="20"/>
          <ac:spMkLst>
            <pc:docMk/>
            <pc:sldMk cId="2290913640" sldId="268"/>
            <ac:spMk id="8" creationId="{A62BA736-A0B3-1A37-959C-251231AC5F95}"/>
          </ac:spMkLst>
        </pc:spChg>
        <pc:spChg chg="del">
          <ac:chgData name="#LWIN MOE OO#" userId="S::c250007@e.ntu.edu.sg::1dd09941-d6d3-49cc-acff-7c552bc2aac0" providerId="AD" clId="Web-{0FFB4083-3B2E-2A6A-F0E7-C0FF5C836540}" dt="2025-11-15T01:50:40.588" v="15"/>
          <ac:spMkLst>
            <pc:docMk/>
            <pc:sldMk cId="2290913640" sldId="268"/>
            <ac:spMk id="9" creationId="{ACD535E7-C894-7211-C671-431CEDC6FAB7}"/>
          </ac:spMkLst>
        </pc:spChg>
        <pc:spChg chg="add del mod">
          <ac:chgData name="#LWIN MOE OO#" userId="S::c250007@e.ntu.edu.sg::1dd09941-d6d3-49cc-acff-7c552bc2aac0" providerId="AD" clId="Web-{0FFB4083-3B2E-2A6A-F0E7-C0FF5C836540}" dt="2025-11-15T01:51:37.215" v="23"/>
          <ac:spMkLst>
            <pc:docMk/>
            <pc:sldMk cId="2290913640" sldId="268"/>
            <ac:spMk id="12" creationId="{48B7580D-998A-73F6-4970-3668344850D6}"/>
          </ac:spMkLst>
        </pc:spChg>
        <pc:spChg chg="add mod">
          <ac:chgData name="#LWIN MOE OO#" userId="S::c250007@e.ntu.edu.sg::1dd09941-d6d3-49cc-acff-7c552bc2aac0" providerId="AD" clId="Web-{0FFB4083-3B2E-2A6A-F0E7-C0FF5C836540}" dt="2025-11-15T01:53:24.608" v="74" actId="14100"/>
          <ac:spMkLst>
            <pc:docMk/>
            <pc:sldMk cId="2290913640" sldId="268"/>
            <ac:spMk id="14" creationId="{0FC3220C-89B3-CE69-CB38-3FFB5D52D568}"/>
          </ac:spMkLst>
        </pc:spChg>
        <pc:spChg chg="add del mod">
          <ac:chgData name="#LWIN MOE OO#" userId="S::c250007@e.ntu.edu.sg::1dd09941-d6d3-49cc-acff-7c552bc2aac0" providerId="AD" clId="Web-{0FFB4083-3B2E-2A6A-F0E7-C0FF5C836540}" dt="2025-11-15T01:53:07.951" v="66"/>
          <ac:spMkLst>
            <pc:docMk/>
            <pc:sldMk cId="2290913640" sldId="268"/>
            <ac:spMk id="17" creationId="{78A7E279-D28D-548B-B7CE-1ADF761CA0ED}"/>
          </ac:spMkLst>
        </pc:spChg>
        <pc:picChg chg="del">
          <ac:chgData name="#LWIN MOE OO#" userId="S::c250007@e.ntu.edu.sg::1dd09941-d6d3-49cc-acff-7c552bc2aac0" providerId="AD" clId="Web-{0FFB4083-3B2E-2A6A-F0E7-C0FF5C836540}" dt="2025-11-15T01:50:43.588" v="18"/>
          <ac:picMkLst>
            <pc:docMk/>
            <pc:sldMk cId="2290913640" sldId="268"/>
            <ac:picMk id="3" creationId="{2A055D93-B870-5190-220E-E1A7E538C51D}"/>
          </ac:picMkLst>
        </pc:picChg>
        <pc:picChg chg="del">
          <ac:chgData name="#LWIN MOE OO#" userId="S::c250007@e.ntu.edu.sg::1dd09941-d6d3-49cc-acff-7c552bc2aac0" providerId="AD" clId="Web-{0FFB4083-3B2E-2A6A-F0E7-C0FF5C836540}" dt="2025-11-15T01:50:42.369" v="16"/>
          <ac:picMkLst>
            <pc:docMk/>
            <pc:sldMk cId="2290913640" sldId="268"/>
            <ac:picMk id="6" creationId="{69B104B1-EC6D-5CCB-EA6A-95FB8FBA12AF}"/>
          </ac:picMkLst>
        </pc:picChg>
        <pc:picChg chg="del">
          <ac:chgData name="#LWIN MOE OO#" userId="S::c250007@e.ntu.edu.sg::1dd09941-d6d3-49cc-acff-7c552bc2aac0" providerId="AD" clId="Web-{0FFB4083-3B2E-2A6A-F0E7-C0FF5C836540}" dt="2025-11-15T01:50:43.057" v="17"/>
          <ac:picMkLst>
            <pc:docMk/>
            <pc:sldMk cId="2290913640" sldId="268"/>
            <ac:picMk id="7" creationId="{AC2F3776-EA9D-E7E8-DA3E-8B2785AC293B}"/>
          </ac:picMkLst>
        </pc:picChg>
        <pc:picChg chg="del">
          <ac:chgData name="#LWIN MOE OO#" userId="S::c250007@e.ntu.edu.sg::1dd09941-d6d3-49cc-acff-7c552bc2aac0" providerId="AD" clId="Web-{0FFB4083-3B2E-2A6A-F0E7-C0FF5C836540}" dt="2025-11-15T01:50:44.354" v="19"/>
          <ac:picMkLst>
            <pc:docMk/>
            <pc:sldMk cId="2290913640" sldId="268"/>
            <ac:picMk id="10" creationId="{87DAD690-85F1-0028-EF17-04375BAE3DD2}"/>
          </ac:picMkLst>
        </pc:picChg>
        <pc:picChg chg="add del mod ord">
          <ac:chgData name="#LWIN MOE OO#" userId="S::c250007@e.ntu.edu.sg::1dd09941-d6d3-49cc-acff-7c552bc2aac0" providerId="AD" clId="Web-{0FFB4083-3B2E-2A6A-F0E7-C0FF5C836540}" dt="2025-11-15T01:53:07.030" v="65"/>
          <ac:picMkLst>
            <pc:docMk/>
            <pc:sldMk cId="2290913640" sldId="268"/>
            <ac:picMk id="15" creationId="{5E0BAAA4-792E-6106-797A-EF7E1B0906D5}"/>
          </ac:picMkLst>
        </pc:picChg>
        <pc:picChg chg="add mod ord">
          <ac:chgData name="#LWIN MOE OO#" userId="S::c250007@e.ntu.edu.sg::1dd09941-d6d3-49cc-acff-7c552bc2aac0" providerId="AD" clId="Web-{0FFB4083-3B2E-2A6A-F0E7-C0FF5C836540}" dt="2025-11-15T01:53:32.155" v="78" actId="1076"/>
          <ac:picMkLst>
            <pc:docMk/>
            <pc:sldMk cId="2290913640" sldId="268"/>
            <ac:picMk id="18" creationId="{5D9D5CD2-7ECE-3F4B-B248-3599FDEB8EDE}"/>
          </ac:picMkLst>
        </pc:picChg>
      </pc:sldChg>
    </pc:docChg>
  </pc:docChgLst>
  <pc:docChgLst>
    <pc:chgData name="#PANG WEI JIE#" userId="S::pang0270@e.ntu.edu.sg::72bcae44-2dd7-4853-8947-6d110cf21fa4" providerId="AD" clId="Web-{EE17A552-D654-6A9E-1CCE-A3E26FF5F752}"/>
    <pc:docChg chg="addSld modSld">
      <pc:chgData name="#PANG WEI JIE#" userId="S::pang0270@e.ntu.edu.sg::72bcae44-2dd7-4853-8947-6d110cf21fa4" providerId="AD" clId="Web-{EE17A552-D654-6A9E-1CCE-A3E26FF5F752}" dt="2025-11-13T02:27:33.630" v="3" actId="20577"/>
      <pc:docMkLst>
        <pc:docMk/>
      </pc:docMkLst>
      <pc:sldChg chg="modSp new">
        <pc:chgData name="#PANG WEI JIE#" userId="S::pang0270@e.ntu.edu.sg::72bcae44-2dd7-4853-8947-6d110cf21fa4" providerId="AD" clId="Web-{EE17A552-D654-6A9E-1CCE-A3E26FF5F752}" dt="2025-11-13T02:27:33.630" v="3" actId="20577"/>
        <pc:sldMkLst>
          <pc:docMk/>
          <pc:sldMk cId="2938145853" sldId="267"/>
        </pc:sldMkLst>
        <pc:spChg chg="mod">
          <ac:chgData name="#PANG WEI JIE#" userId="S::pang0270@e.ntu.edu.sg::72bcae44-2dd7-4853-8947-6d110cf21fa4" providerId="AD" clId="Web-{EE17A552-D654-6A9E-1CCE-A3E26FF5F752}" dt="2025-11-13T02:27:33.630" v="3" actId="20577"/>
          <ac:spMkLst>
            <pc:docMk/>
            <pc:sldMk cId="2938145853" sldId="267"/>
            <ac:spMk id="2" creationId="{9A0062FA-AB51-B3CA-5DB0-943C3DC53AA8}"/>
          </ac:spMkLst>
        </pc:spChg>
      </pc:sldChg>
    </pc:docChg>
  </pc:docChgLst>
  <pc:docChgLst>
    <pc:chgData name="#MURPHY WONG KAH LEONG#" userId="S::murp0002@e.ntu.edu.sg::215c4a66-cb52-4461-8f6c-adbfeca3fdd7" providerId="AD" clId="Web-{4D5FD745-66A4-826D-CC6B-AD216AA2BB48}"/>
    <pc:docChg chg="modSld">
      <pc:chgData name="#MURPHY WONG KAH LEONG#" userId="S::murp0002@e.ntu.edu.sg::215c4a66-cb52-4461-8f6c-adbfeca3fdd7" providerId="AD" clId="Web-{4D5FD745-66A4-826D-CC6B-AD216AA2BB48}" dt="2025-11-14T11:10:54.366" v="21"/>
      <pc:docMkLst>
        <pc:docMk/>
      </pc:docMkLst>
      <pc:sldChg chg="addSp delSp modSp">
        <pc:chgData name="#MURPHY WONG KAH LEONG#" userId="S::murp0002@e.ntu.edu.sg::215c4a66-cb52-4461-8f6c-adbfeca3fdd7" providerId="AD" clId="Web-{4D5FD745-66A4-826D-CC6B-AD216AA2BB48}" dt="2025-11-14T11:07:04.174" v="17" actId="1076"/>
        <pc:sldMkLst>
          <pc:docMk/>
          <pc:sldMk cId="3750020553" sldId="263"/>
        </pc:sldMkLst>
        <pc:spChg chg="del">
          <ac:chgData name="#MURPHY WONG KAH LEONG#" userId="S::murp0002@e.ntu.edu.sg::215c4a66-cb52-4461-8f6c-adbfeca3fdd7" providerId="AD" clId="Web-{4D5FD745-66A4-826D-CC6B-AD216AA2BB48}" dt="2025-11-14T11:06:50.487" v="14"/>
          <ac:spMkLst>
            <pc:docMk/>
            <pc:sldMk cId="3750020553" sldId="263"/>
            <ac:spMk id="4" creationId="{9BA393D6-05DB-0DCE-8273-E5BF970E60A7}"/>
          </ac:spMkLst>
        </pc:spChg>
        <pc:picChg chg="add mod ord">
          <ac:chgData name="#MURPHY WONG KAH LEONG#" userId="S::murp0002@e.ntu.edu.sg::215c4a66-cb52-4461-8f6c-adbfeca3fdd7" providerId="AD" clId="Web-{4D5FD745-66A4-826D-CC6B-AD216AA2BB48}" dt="2025-11-14T11:07:04.174" v="17" actId="1076"/>
          <ac:picMkLst>
            <pc:docMk/>
            <pc:sldMk cId="3750020553" sldId="263"/>
            <ac:picMk id="3" creationId="{ECF32245-771B-6201-D219-516F28A0632A}"/>
          </ac:picMkLst>
        </pc:picChg>
      </pc:sldChg>
      <pc:sldChg chg="addSp delSp modSp">
        <pc:chgData name="#MURPHY WONG KAH LEONG#" userId="S::murp0002@e.ntu.edu.sg::215c4a66-cb52-4461-8f6c-adbfeca3fdd7" providerId="AD" clId="Web-{4D5FD745-66A4-826D-CC6B-AD216AA2BB48}" dt="2025-11-14T11:10:54.366" v="21"/>
        <pc:sldMkLst>
          <pc:docMk/>
          <pc:sldMk cId="2068233959" sldId="264"/>
        </pc:sldMkLst>
        <pc:spChg chg="del">
          <ac:chgData name="#MURPHY WONG KAH LEONG#" userId="S::murp0002@e.ntu.edu.sg::215c4a66-cb52-4461-8f6c-adbfeca3fdd7" providerId="AD" clId="Web-{4D5FD745-66A4-826D-CC6B-AD216AA2BB48}" dt="2025-11-14T10:52:20.992" v="0"/>
          <ac:spMkLst>
            <pc:docMk/>
            <pc:sldMk cId="2068233959" sldId="264"/>
            <ac:spMk id="4" creationId="{5F1605E7-A522-1924-4F86-B77A1C4D23F3}"/>
          </ac:spMkLst>
        </pc:spChg>
        <pc:spChg chg="mod">
          <ac:chgData name="#MURPHY WONG KAH LEONG#" userId="S::murp0002@e.ntu.edu.sg::215c4a66-cb52-4461-8f6c-adbfeca3fdd7" providerId="AD" clId="Web-{4D5FD745-66A4-826D-CC6B-AD216AA2BB48}" dt="2025-11-14T10:53:01.758" v="13" actId="20577"/>
          <ac:spMkLst>
            <pc:docMk/>
            <pc:sldMk cId="2068233959" sldId="264"/>
            <ac:spMk id="5" creationId="{977177D4-E785-218D-9157-2BFA68A32616}"/>
          </ac:spMkLst>
        </pc:spChg>
        <pc:picChg chg="add mod ord">
          <ac:chgData name="#MURPHY WONG KAH LEONG#" userId="S::murp0002@e.ntu.edu.sg::215c4a66-cb52-4461-8f6c-adbfeca3fdd7" providerId="AD" clId="Web-{4D5FD745-66A4-826D-CC6B-AD216AA2BB48}" dt="2025-11-14T10:52:23.539" v="1" actId="1076"/>
          <ac:picMkLst>
            <pc:docMk/>
            <pc:sldMk cId="2068233959" sldId="264"/>
            <ac:picMk id="3" creationId="{C6263184-BBFC-730F-6BA9-C875CA087BA9}"/>
          </ac:picMkLst>
        </pc:picChg>
        <pc:picChg chg="add del mod">
          <ac:chgData name="#MURPHY WONG KAH LEONG#" userId="S::murp0002@e.ntu.edu.sg::215c4a66-cb52-4461-8f6c-adbfeca3fdd7" providerId="AD" clId="Web-{4D5FD745-66A4-826D-CC6B-AD216AA2BB48}" dt="2025-11-14T10:52:31.602" v="6"/>
          <ac:picMkLst>
            <pc:docMk/>
            <pc:sldMk cId="2068233959" sldId="264"/>
            <ac:picMk id="6" creationId="{B95DBDCA-CAC0-DAFE-2201-9792180E4E00}"/>
          </ac:picMkLst>
        </pc:picChg>
        <pc:picChg chg="add del mod">
          <ac:chgData name="#MURPHY WONG KAH LEONG#" userId="S::murp0002@e.ntu.edu.sg::215c4a66-cb52-4461-8f6c-adbfeca3fdd7" providerId="AD" clId="Web-{4D5FD745-66A4-826D-CC6B-AD216AA2BB48}" dt="2025-11-14T11:10:31.257" v="19"/>
          <ac:picMkLst>
            <pc:docMk/>
            <pc:sldMk cId="2068233959" sldId="264"/>
            <ac:picMk id="7" creationId="{EAA8AC98-2316-2B42-8A90-0A470CE170DD}"/>
          </ac:picMkLst>
        </pc:picChg>
        <pc:picChg chg="add del">
          <ac:chgData name="#MURPHY WONG KAH LEONG#" userId="S::murp0002@e.ntu.edu.sg::215c4a66-cb52-4461-8f6c-adbfeca3fdd7" providerId="AD" clId="Web-{4D5FD745-66A4-826D-CC6B-AD216AA2BB48}" dt="2025-11-14T11:10:54.366" v="21"/>
          <ac:picMkLst>
            <pc:docMk/>
            <pc:sldMk cId="2068233959" sldId="264"/>
            <ac:picMk id="9" creationId="{BADFDDAF-9D56-041C-63B4-22A0DDCB332B}"/>
          </ac:picMkLst>
        </pc:picChg>
      </pc:sldChg>
    </pc:docChg>
  </pc:docChgLst>
  <pc:docChgLst>
    <pc:chgData name="#PAZHANISAMY HARISH PRABHU#" userId="S::harishpr001@e.ntu.edu.sg::35c7008f-c9e0-45f1-bf01-579da08733cb" providerId="AD" clId="Web-{57B659E1-75D9-087F-E1B2-74E737E57077}"/>
    <pc:docChg chg="modSld">
      <pc:chgData name="#PAZHANISAMY HARISH PRABHU#" userId="S::harishpr001@e.ntu.edu.sg::35c7008f-c9e0-45f1-bf01-579da08733cb" providerId="AD" clId="Web-{57B659E1-75D9-087F-E1B2-74E737E57077}" dt="2025-11-15T02:56:53.203" v="392"/>
      <pc:docMkLst>
        <pc:docMk/>
      </pc:docMkLst>
    </pc:docChg>
  </pc:docChgLst>
  <pc:docChgLst>
    <pc:chgData name="#MURPHY WONG KAH LEONG#" userId="S::murp0002@e.ntu.edu.sg::215c4a66-cb52-4461-8f6c-adbfeca3fdd7" providerId="AD" clId="Web-{9D2C9B19-56C7-17EF-A3E0-2961AF1D54ED}"/>
    <pc:docChg chg="addSld delSld modSld">
      <pc:chgData name="#MURPHY WONG KAH LEONG#" userId="S::murp0002@e.ntu.edu.sg::215c4a66-cb52-4461-8f6c-adbfeca3fdd7" providerId="AD" clId="Web-{9D2C9B19-56C7-17EF-A3E0-2961AF1D54ED}" dt="2025-11-12T13:07:47.826" v="4"/>
      <pc:docMkLst>
        <pc:docMk/>
      </pc:docMkLst>
      <pc:sldChg chg="modSp">
        <pc:chgData name="#MURPHY WONG KAH LEONG#" userId="S::murp0002@e.ntu.edu.sg::215c4a66-cb52-4461-8f6c-adbfeca3fdd7" providerId="AD" clId="Web-{9D2C9B19-56C7-17EF-A3E0-2961AF1D54ED}" dt="2025-11-12T13:02:00.245" v="1" actId="1076"/>
        <pc:sldMkLst>
          <pc:docMk/>
          <pc:sldMk cId="78934428" sldId="258"/>
        </pc:sldMkLst>
        <pc:picChg chg="mod">
          <ac:chgData name="#MURPHY WONG KAH LEONG#" userId="S::murp0002@e.ntu.edu.sg::215c4a66-cb52-4461-8f6c-adbfeca3fdd7" providerId="AD" clId="Web-{9D2C9B19-56C7-17EF-A3E0-2961AF1D54ED}" dt="2025-11-12T13:02:00.245" v="1" actId="1076"/>
          <ac:picMkLst>
            <pc:docMk/>
            <pc:sldMk cId="78934428" sldId="258"/>
            <ac:picMk id="4" creationId="{FA9CCE84-F783-D51B-F8C5-F843704FEFD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303316-AA6E-4B76-8E1D-D31856DD7BBD}" type="datetimeFigureOut"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A0104-69CC-4E0E-A353-08C9AB0756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597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Leo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GB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495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Leo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GB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424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Firdaus</a:t>
            </a:r>
          </a:p>
          <a:p>
            <a:r>
              <a:rPr lang="en-US">
                <a:ea typeface="Calibri"/>
                <a:cs typeface="Calibri"/>
              </a:rPr>
              <a:t>1- </a:t>
            </a:r>
            <a:r>
              <a:rPr lang="en-US" err="1">
                <a:ea typeface="Calibri"/>
                <a:cs typeface="Calibri"/>
              </a:rPr>
              <a:t>enaable</a:t>
            </a:r>
            <a:r>
              <a:rPr lang="en-US">
                <a:ea typeface="Calibri"/>
                <a:cs typeface="Calibri"/>
              </a:rPr>
              <a:t> to reuse shared attributes and while still allowing each user to have their own attributes and methods</a:t>
            </a:r>
          </a:p>
          <a:p>
            <a:r>
              <a:rPr lang="en-US">
                <a:ea typeface="Calibri"/>
                <a:cs typeface="Calibri"/>
              </a:rPr>
              <a:t>2- so that system maintain data consistency </a:t>
            </a:r>
          </a:p>
          <a:p>
            <a:r>
              <a:rPr lang="en-US">
                <a:ea typeface="Calibri"/>
                <a:cs typeface="Calibri"/>
              </a:rPr>
              <a:t>3- follow slide</a:t>
            </a:r>
          </a:p>
          <a:p>
            <a:r>
              <a:rPr lang="en-US">
                <a:ea typeface="Calibri"/>
                <a:cs typeface="Calibri"/>
              </a:rPr>
              <a:t>4- to provide flexibility</a:t>
            </a: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GB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3654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Firdaus</a:t>
            </a:r>
          </a:p>
          <a:p>
            <a:r>
              <a:rPr lang="en-US">
                <a:ea typeface="Calibri"/>
                <a:cs typeface="Calibri"/>
              </a:rPr>
              <a:t>SRP – states </a:t>
            </a:r>
            <a:r>
              <a:rPr lang="en-US" err="1">
                <a:ea typeface="Calibri"/>
                <a:cs typeface="Calibri"/>
              </a:rPr>
              <a:t>ecery</a:t>
            </a:r>
            <a:r>
              <a:rPr lang="en-US">
                <a:ea typeface="Calibri"/>
                <a:cs typeface="Calibri"/>
              </a:rPr>
              <a:t> class should have only one main responsibility</a:t>
            </a:r>
          </a:p>
          <a:p>
            <a:r>
              <a:rPr lang="en-US">
                <a:ea typeface="Calibri"/>
                <a:cs typeface="Calibri"/>
              </a:rPr>
              <a:t>Example we will be using is the </a:t>
            </a:r>
            <a:r>
              <a:rPr lang="en-US" err="1">
                <a:ea typeface="Calibri"/>
                <a:cs typeface="Calibri"/>
              </a:rPr>
              <a:t>InternshipFilter</a:t>
            </a:r>
            <a:r>
              <a:rPr lang="en-US">
                <a:ea typeface="Calibri"/>
                <a:cs typeface="Calibri"/>
              </a:rPr>
              <a:t>. </a:t>
            </a:r>
          </a:p>
          <a:p>
            <a:r>
              <a:rPr lang="en-US">
                <a:ea typeface="Calibri"/>
                <a:cs typeface="Calibri"/>
              </a:rPr>
              <a:t>Prev, all were mixed together into a class. Violated SRP rule. </a:t>
            </a:r>
          </a:p>
          <a:p>
            <a:r>
              <a:rPr lang="en-US">
                <a:ea typeface="Calibri"/>
                <a:cs typeface="Calibri"/>
              </a:rPr>
              <a:t>Amended into 3 different class </a:t>
            </a:r>
          </a:p>
          <a:p>
            <a:r>
              <a:rPr lang="en-US">
                <a:ea typeface="Calibri"/>
                <a:cs typeface="Calibri"/>
              </a:rPr>
              <a:t>Ensure each class handles 1 responsibility</a:t>
            </a:r>
          </a:p>
          <a:p>
            <a:r>
              <a:rPr lang="en-US">
                <a:ea typeface="Calibri"/>
                <a:cs typeface="Calibri"/>
              </a:rPr>
              <a:t>Helps to keep the system maintainable, reduces risk of error when modifying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519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Wei Jie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Before applying OCP, every user type have </a:t>
            </a:r>
            <a:r>
              <a:rPr lang="en-US" err="1">
                <a:ea typeface="Calibri"/>
                <a:cs typeface="Calibri"/>
              </a:rPr>
              <a:t>showMenu</a:t>
            </a:r>
            <a:r>
              <a:rPr lang="en-US">
                <a:ea typeface="Calibri"/>
                <a:cs typeface="Calibri"/>
              </a:rPr>
              <a:t> method in their respective controller class.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This makes the extension becomes more difficult in the future when we want to add a new user type like admin.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After applying the OCP, we have created a new abstract class called </a:t>
            </a:r>
            <a:r>
              <a:rPr lang="en-US" err="1">
                <a:ea typeface="Calibri"/>
                <a:cs typeface="Calibri"/>
              </a:rPr>
              <a:t>UserController</a:t>
            </a:r>
            <a:r>
              <a:rPr lang="en-US">
                <a:ea typeface="Calibri"/>
                <a:cs typeface="Calibri"/>
              </a:rPr>
              <a:t> which can be extends by different user type controller classes.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This superclass has an abstract method called </a:t>
            </a:r>
            <a:r>
              <a:rPr lang="en-US" err="1">
                <a:ea typeface="Calibri"/>
                <a:cs typeface="Calibri"/>
              </a:rPr>
              <a:t>showMenu</a:t>
            </a:r>
            <a:r>
              <a:rPr lang="en-US">
                <a:ea typeface="Calibri"/>
                <a:cs typeface="Calibri"/>
              </a:rPr>
              <a:t>, where all the subclasses will implement it with different menu respectively.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This will prevent the modification to the main program flow, but also able to extend a new user type, which satisfied the OCP.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7150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Harish</a:t>
            </a:r>
          </a:p>
          <a:p>
            <a:r>
              <a:rPr lang="en-US">
                <a:ea typeface="Calibri"/>
                <a:cs typeface="Calibri"/>
              </a:rPr>
              <a:t>I'll will explain how we have implemented LSP in our project.</a:t>
            </a:r>
          </a:p>
          <a:p>
            <a:r>
              <a:rPr lang="en-US"/>
              <a:t>LSP ensures objects of a superclass can be replaced with objects of a subclass without breaking the application.</a:t>
            </a:r>
            <a:r>
              <a:rPr lang="en-US">
                <a:ea typeface="Calibri"/>
                <a:cs typeface="Calibri"/>
              </a:rPr>
              <a:t> </a:t>
            </a:r>
          </a:p>
          <a:p>
            <a:endParaRPr lang="en-US"/>
          </a:p>
          <a:p>
            <a:r>
              <a:rPr lang="en-US"/>
              <a:t>Our system initially had three separate user classes with duplicated login, logout, and password code. By applying LSP, we created a User base class that Student, </a:t>
            </a:r>
            <a:r>
              <a:rPr lang="en-US" err="1"/>
              <a:t>CompanyRep</a:t>
            </a:r>
            <a:r>
              <a:rPr lang="en-US"/>
              <a:t>, and </a:t>
            </a:r>
            <a:r>
              <a:rPr lang="en-US" err="1"/>
              <a:t>CareerCenterStaff</a:t>
            </a:r>
            <a:r>
              <a:rPr lang="en-US"/>
              <a:t> all extend from. This reduced the code duplication across the codebase [and means bug fixes only happen in one place].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After we used LSP it enabled </a:t>
            </a:r>
            <a:endParaRPr lang="en-US"/>
          </a:p>
          <a:p>
            <a:r>
              <a:rPr lang="en-US"/>
              <a:t>Substitutability in our project: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 Our system has three subclasses that inherit from User: Student, </a:t>
            </a:r>
            <a:r>
              <a:rPr lang="en-US" err="1"/>
              <a:t>CompanyRep</a:t>
            </a:r>
            <a:r>
              <a:rPr lang="en-US"/>
              <a:t>, and </a:t>
            </a:r>
            <a:r>
              <a:rPr lang="en-US" err="1"/>
              <a:t>CareerCenterStaff</a:t>
            </a:r>
            <a:r>
              <a:rPr lang="en-US"/>
              <a:t>. Anywhere our code expects a User object, we can substitute any of these three subclasses without breaking functionality. This allows our authentication system to work uniformly across all user types.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+mn-lt"/>
            </a:endParaRPr>
          </a:p>
          <a:p>
            <a:r>
              <a:rPr lang="en-US"/>
              <a:t>Next, is </a:t>
            </a:r>
            <a:r>
              <a:rPr lang="en-US" err="1"/>
              <a:t>Behavioural</a:t>
            </a:r>
            <a:r>
              <a:rPr lang="en-US"/>
              <a:t> Consistency:</a:t>
            </a:r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+mn-lt"/>
              </a:rPr>
              <a:t> </a:t>
            </a:r>
            <a:r>
              <a:rPr lang="en-US"/>
              <a:t>All three subclasses inherit the login, logout, and </a:t>
            </a:r>
            <a:r>
              <a:rPr lang="en-US" err="1"/>
              <a:t>changePassword</a:t>
            </a:r>
            <a:r>
              <a:rPr lang="en-US"/>
              <a:t> methods unchanged from the User class. When login is called, it checks the </a:t>
            </a:r>
            <a:r>
              <a:rPr lang="en-US" err="1"/>
              <a:t>loginState</a:t>
            </a:r>
            <a:r>
              <a:rPr lang="en-US"/>
              <a:t> </a:t>
            </a:r>
            <a:r>
              <a:rPr lang="en-US" err="1"/>
              <a:t>boolean</a:t>
            </a:r>
            <a:r>
              <a:rPr lang="en-US"/>
              <a:t> and either prevents duplicate logins or sets </a:t>
            </a:r>
            <a:r>
              <a:rPr lang="en-US" err="1"/>
              <a:t>loginState</a:t>
            </a:r>
            <a:r>
              <a:rPr lang="en-US"/>
              <a:t> to true. This exact same logic applies whether you're calling it on a Student, </a:t>
            </a:r>
            <a:r>
              <a:rPr lang="en-US" err="1"/>
              <a:t>CompanyRep</a:t>
            </a:r>
            <a:r>
              <a:rPr lang="en-US"/>
              <a:t>, or </a:t>
            </a:r>
            <a:r>
              <a:rPr lang="en-US" err="1"/>
              <a:t>CareerCenterStaff</a:t>
            </a:r>
            <a:r>
              <a:rPr lang="en-US"/>
              <a:t> object.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+mn-lt"/>
            </a:endParaRPr>
          </a:p>
          <a:p>
            <a:r>
              <a:rPr lang="en-US"/>
              <a:t>Finally, Extension Without Modification: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 Each subclass extends User by adding role-specific attributes without changing inherited behavior. For example, Student adds major and </a:t>
            </a:r>
            <a:r>
              <a:rPr lang="en-US" err="1"/>
              <a:t>yearOfStudy</a:t>
            </a:r>
            <a:r>
              <a:rPr lang="en-US"/>
              <a:t>, </a:t>
            </a:r>
            <a:r>
              <a:rPr lang="en-US" err="1"/>
              <a:t>CompanyRep</a:t>
            </a:r>
            <a:r>
              <a:rPr lang="en-US"/>
              <a:t> adds </a:t>
            </a:r>
            <a:r>
              <a:rPr lang="en-US" err="1"/>
              <a:t>companyName</a:t>
            </a:r>
            <a:r>
              <a:rPr lang="en-US"/>
              <a:t> and department, and </a:t>
            </a:r>
            <a:r>
              <a:rPr lang="en-US" err="1"/>
              <a:t>CareerCenterStaff</a:t>
            </a:r>
            <a:r>
              <a:rPr lang="en-US"/>
              <a:t> adds role information. These additions don't interfere with the core User functionality that the rest of our system depends on.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+mn-lt"/>
            </a:endParaRPr>
          </a:p>
          <a:p>
            <a:r>
              <a:rPr lang="en-US">
                <a:ea typeface="Calibri"/>
                <a:cs typeface="+mn-lt"/>
              </a:rPr>
              <a:t>Next Murphy will explain about ISP</a:t>
            </a:r>
            <a:br>
              <a:rPr lang="en-US">
                <a:ea typeface="Calibri"/>
                <a:cs typeface="+mn-lt"/>
              </a:rPr>
            </a:br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232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: 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802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Moe Oo (Leo):</a:t>
            </a:r>
          </a:p>
          <a:p>
            <a:pPr marL="171450" indent="-171450">
              <a:buFont typeface="Calibri"/>
              <a:buChar char="-"/>
            </a:pPr>
            <a:r>
              <a:rPr lang="en-US">
                <a:ea typeface="Calibri"/>
                <a:cs typeface="Calibri"/>
              </a:rPr>
              <a:t>For DIP, I will be showing an example from the CreateInternshipAction.java which is the high level module.</a:t>
            </a:r>
          </a:p>
          <a:p>
            <a:pPr marL="171450" indent="-171450">
              <a:buFont typeface="Calibri"/>
              <a:buChar char="-"/>
            </a:pPr>
            <a:r>
              <a:rPr lang="en-US">
                <a:ea typeface="Calibri"/>
                <a:cs typeface="Calibri"/>
              </a:rPr>
              <a:t>As you can see in the before screenshot, the </a:t>
            </a:r>
            <a:r>
              <a:rPr lang="en-US" err="1">
                <a:ea typeface="Calibri"/>
                <a:cs typeface="Calibri"/>
              </a:rPr>
              <a:t>CreateInternshipAction</a:t>
            </a:r>
            <a:r>
              <a:rPr lang="en-US">
                <a:ea typeface="Calibri"/>
                <a:cs typeface="Calibri"/>
              </a:rPr>
              <a:t> is depending on the </a:t>
            </a:r>
            <a:r>
              <a:rPr lang="en-US" err="1">
                <a:ea typeface="Calibri"/>
                <a:cs typeface="Calibri"/>
              </a:rPr>
              <a:t>FileBoundary</a:t>
            </a:r>
            <a:r>
              <a:rPr lang="en-US">
                <a:ea typeface="Calibri"/>
                <a:cs typeface="Calibri"/>
              </a:rPr>
              <a:t> concreate class which violates DIP.</a:t>
            </a:r>
          </a:p>
          <a:p>
            <a:pPr marL="171450" indent="-171450">
              <a:buFont typeface="Calibri"/>
              <a:buChar char="-"/>
            </a:pPr>
            <a:r>
              <a:rPr lang="en-US">
                <a:ea typeface="Calibri"/>
                <a:cs typeface="Calibri"/>
              </a:rPr>
              <a:t>The solution is to make the high level module depend on the </a:t>
            </a:r>
            <a:r>
              <a:rPr lang="en-US" err="1">
                <a:ea typeface="Calibri"/>
                <a:cs typeface="Calibri"/>
              </a:rPr>
              <a:t>InternshipCsvRepository</a:t>
            </a:r>
            <a:r>
              <a:rPr lang="en-US">
                <a:ea typeface="Calibri"/>
                <a:cs typeface="Calibri"/>
              </a:rPr>
              <a:t> interface instead of the </a:t>
            </a:r>
            <a:r>
              <a:rPr lang="en-US" err="1">
                <a:ea typeface="Calibri"/>
                <a:cs typeface="Calibri"/>
              </a:rPr>
              <a:t>FileBoundary</a:t>
            </a:r>
            <a:r>
              <a:rPr lang="en-US">
                <a:ea typeface="Calibri"/>
                <a:cs typeface="Calibri"/>
              </a:rPr>
              <a:t> concrete class.</a:t>
            </a:r>
          </a:p>
          <a:p>
            <a:pPr marL="171450" indent="-171450">
              <a:buFont typeface="Calibri"/>
              <a:buChar char="-"/>
            </a:pPr>
            <a:r>
              <a:rPr lang="en-US">
                <a:ea typeface="Calibri"/>
                <a:cs typeface="Calibri"/>
              </a:rPr>
              <a:t>This allows for future extension such as </a:t>
            </a:r>
            <a:r>
              <a:rPr lang="en-US" err="1">
                <a:ea typeface="Calibri"/>
                <a:cs typeface="Calibri"/>
              </a:rPr>
              <a:t>JsonFileBoundary</a:t>
            </a:r>
            <a:r>
              <a:rPr lang="en-US">
                <a:ea typeface="Calibri"/>
                <a:cs typeface="Calibri"/>
              </a:rPr>
              <a:t> to be passed into </a:t>
            </a:r>
            <a:r>
              <a:rPr lang="en-US" err="1">
                <a:ea typeface="Calibri"/>
                <a:cs typeface="Calibri"/>
              </a:rPr>
              <a:t>CreateInternshipAction</a:t>
            </a:r>
            <a:r>
              <a:rPr lang="en-US">
                <a:ea typeface="Calibri"/>
                <a:cs typeface="Calibri"/>
              </a:rPr>
              <a:t> constructor without modifying CreateInternshipAction.java.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327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7DF4-DD40-D753-1B72-B8A41D507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B3E2F-C507-F630-753C-BB461E7A1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7D1644-ACD2-1690-5495-156195870A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Murphy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7F0D2-D83B-F8AA-2732-D93DD59E42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340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Murphy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GB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8602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Wei Jie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After going through this group assignment, we learnt to plan when developing a program by designing the class diagram to identify the attributes and methods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We distributed the implementation tasks among team members based on our strengths.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We also did regular meetings to discuss the issues that we faced during implementation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We also learnt to apply SOLID principles after last week lesson, to improve our program for better maintainability</a:t>
            </a:r>
          </a:p>
          <a:p>
            <a:pPr marL="171450" indent="-171450">
              <a:buFont typeface="Arial"/>
              <a:buChar char="•"/>
            </a:pPr>
            <a:r>
              <a:rPr lang="en-US">
                <a:ea typeface="Calibri"/>
                <a:cs typeface="Calibri"/>
              </a:rPr>
              <a:t>Lastly, we have written a detailed documentation for the program to act as a reference for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GB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517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That is all for our presentation. Thanks for your attention. Any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A0104-69CC-4E0E-A353-08C9AB0756C3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344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5F286C-DFCA-7C2F-7250-B611DB627810}"/>
              </a:ext>
            </a:extLst>
          </p:cNvPr>
          <p:cNvSpPr/>
          <p:nvPr userDrawn="1"/>
        </p:nvSpPr>
        <p:spPr>
          <a:xfrm>
            <a:off x="0" y="58793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395949-4A38-F4E0-1017-CE2B0CC31BFA}"/>
              </a:ext>
            </a:extLst>
          </p:cNvPr>
          <p:cNvSpPr/>
          <p:nvPr userDrawn="1"/>
        </p:nvSpPr>
        <p:spPr>
          <a:xfrm>
            <a:off x="0" y="58793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14/11/2025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>
                <a:solidFill>
                  <a:schemeClr val="accent2">
                    <a:lumMod val="76000"/>
                  </a:schemeClr>
                </a:solidFill>
                <a:latin typeface="Bookman Old Style"/>
              </a:rPr>
              <a:t>CT2003 Team 5</a:t>
            </a:r>
            <a:endParaRPr lang="en-US">
              <a:solidFill>
                <a:schemeClr val="accent2">
                  <a:lumMod val="76000"/>
                </a:schemeClr>
              </a:solidFill>
              <a:latin typeface="Bookman Old Style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49616"/>
            <a:ext cx="9144000" cy="26249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>
                <a:solidFill>
                  <a:schemeClr val="accent2">
                    <a:lumMod val="76000"/>
                  </a:schemeClr>
                </a:solidFill>
              </a:rPr>
              <a:t>LWIN MOE OO (LEO)</a:t>
            </a:r>
            <a:endParaRPr lang="en-US">
              <a:solidFill>
                <a:schemeClr val="accent2">
                  <a:lumMod val="76000"/>
                </a:schemeClr>
              </a:solidFill>
            </a:endParaRPr>
          </a:p>
          <a:p>
            <a:pPr marL="342900" indent="-342900" algn="l">
              <a:buChar char="•"/>
            </a:pPr>
            <a:r>
              <a:rPr lang="en-GB">
                <a:solidFill>
                  <a:schemeClr val="accent2">
                    <a:lumMod val="76000"/>
                  </a:schemeClr>
                </a:solidFill>
                <a:ea typeface="+mn-lt"/>
                <a:cs typeface="+mn-lt"/>
              </a:rPr>
              <a:t>MUHAMMAD FIRDAUS BIN KAMARUDIN</a:t>
            </a:r>
          </a:p>
          <a:p>
            <a:pPr marL="342900" indent="-342900" algn="l">
              <a:buChar char="•"/>
            </a:pPr>
            <a:r>
              <a:rPr lang="en-GB">
                <a:solidFill>
                  <a:schemeClr val="accent2">
                    <a:lumMod val="76000"/>
                  </a:schemeClr>
                </a:solidFill>
                <a:ea typeface="+mn-lt"/>
                <a:cs typeface="+mn-lt"/>
              </a:rPr>
              <a:t>MURPHY WONG KAH LEONG</a:t>
            </a:r>
          </a:p>
          <a:p>
            <a:pPr marL="342900" indent="-342900" algn="l">
              <a:buChar char="•"/>
            </a:pPr>
            <a:r>
              <a:rPr lang="en-GB">
                <a:solidFill>
                  <a:schemeClr val="accent2">
                    <a:lumMod val="76000"/>
                  </a:schemeClr>
                </a:solidFill>
                <a:ea typeface="+mn-lt"/>
                <a:cs typeface="+mn-lt"/>
              </a:rPr>
              <a:t>PANG WEI JIE</a:t>
            </a:r>
          </a:p>
          <a:p>
            <a:pPr marL="342900" indent="-342900" algn="l">
              <a:buChar char="•"/>
            </a:pPr>
            <a:r>
              <a:rPr lang="en-GB">
                <a:solidFill>
                  <a:schemeClr val="accent2">
                    <a:lumMod val="76000"/>
                  </a:schemeClr>
                </a:solidFill>
                <a:ea typeface="+mn-lt"/>
                <a:cs typeface="+mn-lt"/>
              </a:rPr>
              <a:t>PAZHANISAMY HARISH PRABHU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8F4A-FC08-BA83-1DBF-AB7710D33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81" y="139347"/>
            <a:ext cx="10515600" cy="1325563"/>
          </a:xfrm>
        </p:spPr>
        <p:txBody>
          <a:bodyPr>
            <a:normAutofit/>
          </a:bodyPr>
          <a:lstStyle/>
          <a:p>
            <a:r>
              <a:rPr lang="en-GB" b="1"/>
              <a:t>Activity Diagram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8D0F77-D87C-D055-A873-4DAB901181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US" sz="1800"/>
              <a:t>Text Goes here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44CE58-4E65-E0B0-6254-CCCFB0EE1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43090" y="1825625"/>
            <a:ext cx="4525671" cy="44077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SG" sz="2400"/>
              <a:t>Main activity flow of the program</a:t>
            </a:r>
          </a:p>
          <a:p>
            <a:r>
              <a:rPr lang="en-SG" sz="2400"/>
              <a:t>Covers all user types and respective tasks</a:t>
            </a:r>
          </a:p>
          <a:p>
            <a:r>
              <a:rPr lang="en-SG" sz="2400"/>
              <a:t>Handles alternative paths and error checking</a:t>
            </a:r>
          </a:p>
        </p:txBody>
      </p:sp>
      <p:pic>
        <p:nvPicPr>
          <p:cNvPr id="4" name="Content Placeholder 3" descr="A diagram of a flowchart&#10;&#10;AI-generated content may be incorrect.">
            <a:extLst>
              <a:ext uri="{FF2B5EF4-FFF2-40B4-BE49-F238E27FC236}">
                <a16:creationId xmlns:a16="http://schemas.microsoft.com/office/drawing/2014/main" id="{FA9CCE84-F783-D51B-F8C5-F843704FE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3682"/>
          <a:stretch>
            <a:fillRect/>
          </a:stretch>
        </p:blipFill>
        <p:spPr>
          <a:xfrm>
            <a:off x="429768" y="1721922"/>
            <a:ext cx="6704891" cy="45205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8934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7E2258-735F-20D4-C43E-BA76C7458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64BF-ACBB-23D5-B3AE-21F901E6E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52" y="139347"/>
            <a:ext cx="10515600" cy="1325563"/>
          </a:xfrm>
        </p:spPr>
        <p:txBody>
          <a:bodyPr/>
          <a:lstStyle/>
          <a:p>
            <a:r>
              <a:rPr lang="en-GB" b="1"/>
              <a:t>Class Diagram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53184F-6190-5D19-33CF-43374C24C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07176" y="1221338"/>
            <a:ext cx="4586443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SG" sz="2400"/>
              <a:t>Implemented superclass and subclasses</a:t>
            </a:r>
          </a:p>
          <a:p>
            <a:r>
              <a:rPr lang="en-SG" sz="2400"/>
              <a:t>Defines relationship between each classes</a:t>
            </a:r>
          </a:p>
          <a:p>
            <a:r>
              <a:rPr lang="en-SG" sz="2400"/>
              <a:t>Implemented Enum classes for easy interpretation for different status (</a:t>
            </a:r>
            <a:r>
              <a:rPr lang="en-SG" sz="2400" err="1"/>
              <a:t>userType</a:t>
            </a:r>
            <a:r>
              <a:rPr lang="en-SG" sz="2400"/>
              <a:t>, student major, Internship level etc)</a:t>
            </a:r>
          </a:p>
          <a:p>
            <a:r>
              <a:rPr lang="en-SG" sz="2400"/>
              <a:t>Using interfaces and implement concrete classes</a:t>
            </a:r>
          </a:p>
        </p:txBody>
      </p:sp>
      <p:pic>
        <p:nvPicPr>
          <p:cNvPr id="5" name="Content Placeholder 4" descr="A diagram of a company&#10;&#10;AI-generated content may be incorrect.">
            <a:extLst>
              <a:ext uri="{FF2B5EF4-FFF2-40B4-BE49-F238E27FC236}">
                <a16:creationId xmlns:a16="http://schemas.microsoft.com/office/drawing/2014/main" id="{F540DBB2-2EF1-B7DD-6270-087B913C27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399789" y="1223865"/>
            <a:ext cx="6893489" cy="5147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7418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A55141-53C6-65F2-8B08-4033BF80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1A561-3594-859A-EFB9-DFD47EFB4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867" y="148755"/>
            <a:ext cx="10515600" cy="1325563"/>
          </a:xfrm>
        </p:spPr>
        <p:txBody>
          <a:bodyPr/>
          <a:lstStyle/>
          <a:p>
            <a:r>
              <a:rPr lang="en-GB" b="1"/>
              <a:t>Single Responsibility Principle (SRP)</a:t>
            </a:r>
          </a:p>
        </p:txBody>
      </p:sp>
      <p:pic>
        <p:nvPicPr>
          <p:cNvPr id="6" name="Content Placeholder 5" descr="A blue box with black text&#10;&#10;AI-generated content may be incorrect.">
            <a:extLst>
              <a:ext uri="{FF2B5EF4-FFF2-40B4-BE49-F238E27FC236}">
                <a16:creationId xmlns:a16="http://schemas.microsoft.com/office/drawing/2014/main" id="{0EBAC5FA-08C4-6A86-6B2C-5C62C023B86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rcRect l="3611" t="5290" r="124" b="1007"/>
          <a:stretch>
            <a:fillRect/>
          </a:stretch>
        </p:blipFill>
        <p:spPr>
          <a:xfrm>
            <a:off x="1250442" y="1483457"/>
            <a:ext cx="4423888" cy="2172980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0FF736-8C72-DC2C-F0D4-7D55C464B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4896" y="1483277"/>
            <a:ext cx="5181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SG" sz="2400"/>
              <a:t>Each class will only focus on one main task</a:t>
            </a:r>
          </a:p>
          <a:p>
            <a:r>
              <a:rPr lang="en-SG" sz="2400"/>
              <a:t>Only have one reasons for modification</a:t>
            </a:r>
          </a:p>
          <a:p>
            <a:r>
              <a:rPr lang="en-SG" sz="2400"/>
              <a:t>E.g. </a:t>
            </a:r>
            <a:r>
              <a:rPr lang="en-SG" sz="2400" err="1"/>
              <a:t>InternshipFilter</a:t>
            </a:r>
          </a:p>
          <a:p>
            <a:endParaRPr lang="en-SG" sz="2400"/>
          </a:p>
        </p:txBody>
      </p:sp>
      <p:pic>
        <p:nvPicPr>
          <p:cNvPr id="7" name="Picture 6" descr="A diagram of a program&#10;&#10;AI-generated content may be incorrect.">
            <a:extLst>
              <a:ext uri="{FF2B5EF4-FFF2-40B4-BE49-F238E27FC236}">
                <a16:creationId xmlns:a16="http://schemas.microsoft.com/office/drawing/2014/main" id="{E25CA0FA-5429-744D-806D-5A6B2F54FF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621" y="3776268"/>
            <a:ext cx="4422815" cy="295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03449F-AE9F-A6FD-FB76-AF234E13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35779-5683-AA40-93FB-4719B6EEF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81" y="167569"/>
            <a:ext cx="10515600" cy="1325563"/>
          </a:xfrm>
        </p:spPr>
        <p:txBody>
          <a:bodyPr/>
          <a:lstStyle/>
          <a:p>
            <a:r>
              <a:rPr lang="en-GB" b="1"/>
              <a:t>Opened/Closed Principle (OCP)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EB4D8A-7185-BB8C-869D-37F826C0C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78349" y="1490803"/>
            <a:ext cx="4070799" cy="519636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SG" sz="1800" b="1">
                <a:ea typeface="+mn-lt"/>
                <a:cs typeface="+mn-lt"/>
              </a:rPr>
              <a:t>Closed for Modification:</a:t>
            </a:r>
            <a:r>
              <a:rPr lang="en-SG" sz="1800">
                <a:ea typeface="+mn-lt"/>
                <a:cs typeface="+mn-lt"/>
              </a:rPr>
              <a:t> </a:t>
            </a:r>
            <a:endParaRPr lang="en-US" sz="1800">
              <a:ea typeface="+mn-lt"/>
              <a:cs typeface="+mn-lt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SG" sz="1800">
                <a:ea typeface="+mn-lt"/>
                <a:cs typeface="+mn-lt"/>
              </a:rPr>
              <a:t>The </a:t>
            </a:r>
            <a:r>
              <a:rPr lang="en-SG" sz="1800" err="1">
                <a:latin typeface="Consolas"/>
                <a:ea typeface="+mn-lt"/>
                <a:cs typeface="+mn-lt"/>
              </a:rPr>
              <a:t>UserController</a:t>
            </a:r>
            <a:r>
              <a:rPr lang="en-SG" sz="1800">
                <a:ea typeface="+mn-lt"/>
                <a:cs typeface="+mn-lt"/>
              </a:rPr>
              <a:t> abstract class defines a stable contract that doesn't change.</a:t>
            </a:r>
            <a:endParaRPr lang="en-US" sz="1800"/>
          </a:p>
          <a:p>
            <a:r>
              <a:rPr lang="en-SG" sz="1800" b="1">
                <a:ea typeface="+mn-lt"/>
                <a:cs typeface="+mn-lt"/>
              </a:rPr>
              <a:t>Open for Extension:</a:t>
            </a:r>
            <a:r>
              <a:rPr lang="en-SG" sz="1800">
                <a:ea typeface="+mn-lt"/>
                <a:cs typeface="+mn-lt"/>
              </a:rPr>
              <a:t>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SG" sz="1800">
                <a:ea typeface="+mn-lt"/>
                <a:cs typeface="+mn-lt"/>
              </a:rPr>
              <a:t>Each user type (</a:t>
            </a:r>
            <a:r>
              <a:rPr lang="en-SG" sz="1800" err="1">
                <a:latin typeface="Consolas"/>
                <a:ea typeface="+mn-lt"/>
                <a:cs typeface="+mn-lt"/>
              </a:rPr>
              <a:t>StudentController</a:t>
            </a:r>
            <a:r>
              <a:rPr lang="en-SG" sz="1800">
                <a:ea typeface="+mn-lt"/>
                <a:cs typeface="+mn-lt"/>
              </a:rPr>
              <a:t>, </a:t>
            </a:r>
            <a:r>
              <a:rPr lang="en-SG" sz="1800" err="1">
                <a:latin typeface="Consolas"/>
              </a:rPr>
              <a:t>StaffController</a:t>
            </a:r>
            <a:r>
              <a:rPr lang="en-SG" sz="1800">
                <a:ea typeface="+mn-lt"/>
                <a:cs typeface="+mn-lt"/>
              </a:rPr>
              <a:t>) extends the base class with its own specific </a:t>
            </a:r>
            <a:r>
              <a:rPr lang="en-SG" sz="1800" err="1">
                <a:ea typeface="+mn-lt"/>
                <a:cs typeface="+mn-lt"/>
              </a:rPr>
              <a:t>behavior</a:t>
            </a:r>
            <a:r>
              <a:rPr lang="en-SG" sz="1800">
                <a:ea typeface="+mn-lt"/>
                <a:cs typeface="+mn-lt"/>
              </a:rPr>
              <a:t>.</a:t>
            </a:r>
            <a:endParaRPr lang="en-US" sz="1800">
              <a:ea typeface="+mn-lt"/>
              <a:cs typeface="+mn-lt"/>
            </a:endParaRPr>
          </a:p>
          <a:p>
            <a:r>
              <a:rPr lang="en-SG" sz="1800" b="1">
                <a:ea typeface="+mn-lt"/>
                <a:cs typeface="+mn-lt"/>
              </a:rPr>
              <a:t>OCP in Action:</a:t>
            </a:r>
            <a:r>
              <a:rPr lang="en-SG" sz="1800">
                <a:ea typeface="+mn-lt"/>
                <a:cs typeface="+mn-lt"/>
              </a:rPr>
              <a:t>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SG" sz="1800">
                <a:ea typeface="+mn-lt"/>
                <a:cs typeface="+mn-lt"/>
              </a:rPr>
              <a:t>A new user type (like </a:t>
            </a:r>
            <a:r>
              <a:rPr lang="en-SG" sz="1800" err="1">
                <a:latin typeface="Consolas"/>
              </a:rPr>
              <a:t>AdminController</a:t>
            </a:r>
            <a:r>
              <a:rPr lang="en-SG" sz="1800">
                <a:ea typeface="+mn-lt"/>
                <a:cs typeface="+mn-lt"/>
              </a:rPr>
              <a:t>) is added as a </a:t>
            </a:r>
            <a:r>
              <a:rPr lang="en-SG" sz="1800" i="1">
                <a:ea typeface="+mn-lt"/>
                <a:cs typeface="+mn-lt"/>
              </a:rPr>
              <a:t>new</a:t>
            </a:r>
            <a:r>
              <a:rPr lang="en-SG" sz="1800">
                <a:ea typeface="+mn-lt"/>
                <a:cs typeface="+mn-lt"/>
              </a:rPr>
              <a:t> class, not an </a:t>
            </a:r>
            <a:r>
              <a:rPr lang="en-SG" sz="1800" i="1">
                <a:ea typeface="+mn-lt"/>
                <a:cs typeface="+mn-lt"/>
              </a:rPr>
              <a:t>edit</a:t>
            </a:r>
            <a:r>
              <a:rPr lang="en-SG" sz="1800">
                <a:ea typeface="+mn-lt"/>
                <a:cs typeface="+mn-lt"/>
              </a:rPr>
              <a:t> to existing code.</a:t>
            </a:r>
          </a:p>
          <a:p>
            <a:endParaRPr lang="en-SG" sz="1800"/>
          </a:p>
        </p:txBody>
      </p:sp>
      <p:pic>
        <p:nvPicPr>
          <p:cNvPr id="7" name="Content Placeholder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0A7392A-ACB9-CE9E-6CD6-6C4056B1983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915692" y="1679190"/>
            <a:ext cx="5181600" cy="175118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077B96-3FEA-556D-33D2-DA7A1C9FE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259" y="3934309"/>
            <a:ext cx="6324923" cy="700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014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4AE2D-BBCD-9F46-35BD-CC578D42E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D3138-89EB-57BB-2ABB-116125B8B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22" y="158162"/>
            <a:ext cx="10515600" cy="1325563"/>
          </a:xfrm>
        </p:spPr>
        <p:txBody>
          <a:bodyPr/>
          <a:lstStyle/>
          <a:p>
            <a:r>
              <a:rPr lang="en-GB" b="1" err="1"/>
              <a:t>Liskov</a:t>
            </a:r>
            <a:r>
              <a:rPr lang="en-GB" b="1"/>
              <a:t> Substitution Principle (LSP)</a:t>
            </a:r>
          </a:p>
        </p:txBody>
      </p:sp>
      <p:pic>
        <p:nvPicPr>
          <p:cNvPr id="3" name="Content Placeholder 2" descr="A diagram of a computer&#10;&#10;AI-generated content may be incorrect.">
            <a:extLst>
              <a:ext uri="{FF2B5EF4-FFF2-40B4-BE49-F238E27FC236}">
                <a16:creationId xmlns:a16="http://schemas.microsoft.com/office/drawing/2014/main" id="{ECF32245-771B-6201-D219-516F28A0632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18455" y="1893798"/>
            <a:ext cx="5756328" cy="2716823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530C0E-3F57-A88D-4925-2F34FD021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4783" y="1825625"/>
            <a:ext cx="5181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SG" sz="1800" b="1">
                <a:ea typeface="+mn-lt"/>
                <a:cs typeface="+mn-lt"/>
              </a:rPr>
              <a:t>Substitutability: </a:t>
            </a:r>
            <a:endParaRPr lang="en-GB" sz="1800" b="1">
              <a:ea typeface="+mn-lt"/>
              <a:cs typeface="+mn-lt"/>
            </a:endParaRPr>
          </a:p>
          <a:p>
            <a:pPr lvl="1"/>
            <a:r>
              <a:rPr lang="en-SG" sz="1800" b="1" i="1">
                <a:ea typeface="+mn-lt"/>
                <a:cs typeface="+mn-lt"/>
              </a:rPr>
              <a:t>Student</a:t>
            </a:r>
            <a:r>
              <a:rPr lang="en-SG" sz="1800">
                <a:ea typeface="+mn-lt"/>
                <a:cs typeface="+mn-lt"/>
              </a:rPr>
              <a:t>, </a:t>
            </a:r>
            <a:r>
              <a:rPr lang="en-SG" sz="1800" b="1" i="1" err="1">
                <a:ea typeface="+mn-lt"/>
                <a:cs typeface="+mn-lt"/>
              </a:rPr>
              <a:t>CompanyRep</a:t>
            </a:r>
            <a:r>
              <a:rPr lang="en-SG" sz="1800">
                <a:ea typeface="+mn-lt"/>
                <a:cs typeface="+mn-lt"/>
              </a:rPr>
              <a:t>, and </a:t>
            </a:r>
            <a:r>
              <a:rPr lang="en-SG" sz="1800" b="1" i="1" err="1">
                <a:ea typeface="+mn-lt"/>
                <a:cs typeface="+mn-lt"/>
              </a:rPr>
              <a:t>CareerCenterStaff</a:t>
            </a:r>
            <a:r>
              <a:rPr lang="en-SG" sz="1800">
                <a:ea typeface="+mn-lt"/>
                <a:cs typeface="+mn-lt"/>
              </a:rPr>
              <a:t> can replace </a:t>
            </a:r>
            <a:r>
              <a:rPr lang="en-SG" sz="1800" b="1" i="1">
                <a:ea typeface="+mn-lt"/>
                <a:cs typeface="+mn-lt"/>
              </a:rPr>
              <a:t>User</a:t>
            </a:r>
            <a:r>
              <a:rPr lang="en-SG" sz="1800">
                <a:ea typeface="+mn-lt"/>
                <a:cs typeface="+mn-lt"/>
              </a:rPr>
              <a:t> objects anywhere in our code without breaking functionality.</a:t>
            </a:r>
            <a:endParaRPr lang="en-GB" sz="1800">
              <a:ea typeface="+mn-lt"/>
              <a:cs typeface="+mn-lt"/>
            </a:endParaRPr>
          </a:p>
          <a:p>
            <a:r>
              <a:rPr lang="en-SG" sz="1800" b="1">
                <a:ea typeface="+mn-lt"/>
                <a:cs typeface="+mn-lt"/>
              </a:rPr>
              <a:t> Consistent Behaviour:</a:t>
            </a:r>
            <a:endParaRPr lang="en-GB" sz="1800" b="1">
              <a:ea typeface="+mn-lt"/>
              <a:cs typeface="+mn-lt"/>
            </a:endParaRPr>
          </a:p>
          <a:p>
            <a:pPr lvl="1"/>
            <a:r>
              <a:rPr lang="en-SG" sz="1800">
                <a:ea typeface="+mn-lt"/>
                <a:cs typeface="+mn-lt"/>
              </a:rPr>
              <a:t> Core methods like </a:t>
            </a:r>
            <a:r>
              <a:rPr lang="en-SG" sz="1800" b="1" i="1">
                <a:ea typeface="+mn-lt"/>
                <a:cs typeface="+mn-lt"/>
              </a:rPr>
              <a:t>login</a:t>
            </a:r>
            <a:r>
              <a:rPr lang="en-SG" sz="1800">
                <a:ea typeface="+mn-lt"/>
                <a:cs typeface="+mn-lt"/>
              </a:rPr>
              <a:t>, </a:t>
            </a:r>
            <a:r>
              <a:rPr lang="en-SG" sz="1800" b="1" i="1">
                <a:ea typeface="+mn-lt"/>
                <a:cs typeface="+mn-lt"/>
              </a:rPr>
              <a:t>logout</a:t>
            </a:r>
            <a:r>
              <a:rPr lang="en-SG" sz="1800">
                <a:ea typeface="+mn-lt"/>
                <a:cs typeface="+mn-lt"/>
              </a:rPr>
              <a:t>, and </a:t>
            </a:r>
            <a:r>
              <a:rPr lang="en-SG" sz="1800" b="1" i="1" err="1">
                <a:ea typeface="+mn-lt"/>
                <a:cs typeface="+mn-lt"/>
              </a:rPr>
              <a:t>changePassword</a:t>
            </a:r>
            <a:r>
              <a:rPr lang="en-SG" sz="1800">
                <a:ea typeface="+mn-lt"/>
                <a:cs typeface="+mn-lt"/>
              </a:rPr>
              <a:t> work identically across all user types through inheritance.</a:t>
            </a:r>
            <a:endParaRPr lang="en-GB" sz="1800">
              <a:ea typeface="+mn-lt"/>
              <a:cs typeface="+mn-lt"/>
            </a:endParaRPr>
          </a:p>
          <a:p>
            <a:r>
              <a:rPr lang="en-SG" sz="1800" b="1">
                <a:ea typeface="+mn-lt"/>
                <a:cs typeface="+mn-lt"/>
              </a:rPr>
              <a:t> Safe Extension: </a:t>
            </a:r>
            <a:endParaRPr lang="en-GB" sz="1800" b="1">
              <a:ea typeface="+mn-lt"/>
              <a:cs typeface="+mn-lt"/>
            </a:endParaRPr>
          </a:p>
          <a:p>
            <a:pPr lvl="1"/>
            <a:r>
              <a:rPr lang="en-SG" sz="1800">
                <a:ea typeface="+mn-lt"/>
                <a:cs typeface="+mn-lt"/>
              </a:rPr>
              <a:t>Subclasses add specialized attributes and methods without modifying or surprising the base </a:t>
            </a:r>
            <a:r>
              <a:rPr lang="en-SG" sz="1800" b="1" i="1">
                <a:ea typeface="+mn-lt"/>
                <a:cs typeface="+mn-lt"/>
              </a:rPr>
              <a:t>User</a:t>
            </a:r>
            <a:r>
              <a:rPr lang="en-SG" sz="1800">
                <a:ea typeface="+mn-lt"/>
                <a:cs typeface="+mn-lt"/>
              </a:rPr>
              <a:t> contract.</a:t>
            </a:r>
            <a:endParaRPr lang="en-SG" sz="1800"/>
          </a:p>
        </p:txBody>
      </p:sp>
    </p:spTree>
    <p:extLst>
      <p:ext uri="{BB962C8B-B14F-4D97-AF65-F5344CB8AC3E}">
        <p14:creationId xmlns:p14="http://schemas.microsoft.com/office/powerpoint/2010/main" val="3750020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87732E-FF75-0EF5-0109-EABBA237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A9AEF-873B-144E-EBE0-6528719D2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139347"/>
            <a:ext cx="10515600" cy="1325563"/>
          </a:xfrm>
        </p:spPr>
        <p:txBody>
          <a:bodyPr/>
          <a:lstStyle/>
          <a:p>
            <a:r>
              <a:rPr lang="en-GB" b="1"/>
              <a:t>Interface Segregation Principle (ISP)</a:t>
            </a:r>
          </a:p>
        </p:txBody>
      </p:sp>
      <p:pic>
        <p:nvPicPr>
          <p:cNvPr id="3" name="Content Placeholder 2" descr="A blue box with black text&#10;&#10;AI-generated content may be incorrect.">
            <a:extLst>
              <a:ext uri="{FF2B5EF4-FFF2-40B4-BE49-F238E27FC236}">
                <a16:creationId xmlns:a16="http://schemas.microsoft.com/office/drawing/2014/main" id="{C6263184-BBFC-730F-6BA9-C875CA087BA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09714" y="1824194"/>
            <a:ext cx="5181600" cy="1491357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7177D4-E785-218D-9157-2BFA68A326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SG" sz="2400"/>
              <a:t>Before:</a:t>
            </a:r>
            <a:r>
              <a:rPr lang="en-SG" sz="2400">
                <a:latin typeface="Aptos"/>
                <a:cs typeface="Times New Roman"/>
              </a:rPr>
              <a:t> Classes implementing </a:t>
            </a:r>
            <a:r>
              <a:rPr lang="en-SG" sz="2400" err="1">
                <a:latin typeface="Aptos"/>
                <a:cs typeface="Times New Roman"/>
              </a:rPr>
              <a:t>CSVRepository</a:t>
            </a:r>
            <a:r>
              <a:rPr lang="en-SG" sz="2400">
                <a:latin typeface="Aptos"/>
                <a:cs typeface="Times New Roman"/>
              </a:rPr>
              <a:t> will have to handle all 4 methods when using it. This forces implementing classes to include methods that we may not need, hence violating ISP.</a:t>
            </a:r>
            <a:endParaRPr lang="en-SG" sz="2400">
              <a:latin typeface="Aptos"/>
            </a:endParaRPr>
          </a:p>
          <a:p>
            <a:r>
              <a:rPr lang="en-SG" sz="2400">
                <a:latin typeface="Aptos"/>
                <a:cs typeface="Times New Roman"/>
              </a:rPr>
              <a:t>After: The proposed design changes refactor it into 2 separate interfaces: 1 to handle internship and the other to handle internship applications. This enforces each class only have depends on the method it is using, which aligns with ISP.</a:t>
            </a:r>
          </a:p>
          <a:p>
            <a:r>
              <a:rPr lang="en-SG" sz="2600"/>
              <a:t>E.g. </a:t>
            </a:r>
            <a:r>
              <a:rPr lang="en-SG" sz="2600" err="1"/>
              <a:t>CSVRepository</a:t>
            </a:r>
          </a:p>
        </p:txBody>
      </p:sp>
      <p:pic>
        <p:nvPicPr>
          <p:cNvPr id="7" name="Picture 6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EAA8AC98-2316-2B42-8A90-0A470CE17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533" y="4121476"/>
            <a:ext cx="5355721" cy="123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233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28AEF0-A32F-8276-D4C8-E3BF4E281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EBF8-4966-1AA3-F6EB-0A5CD2A50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385" y="120532"/>
            <a:ext cx="10515600" cy="1325563"/>
          </a:xfrm>
        </p:spPr>
        <p:txBody>
          <a:bodyPr/>
          <a:lstStyle/>
          <a:p>
            <a:r>
              <a:rPr lang="en-GB" b="1"/>
              <a:t>Dependency Inversion Principle (DIP)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CA29D8-BA1B-4FAC-19A7-9A257880D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8557" y="4570913"/>
            <a:ext cx="10901816" cy="228454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SG" sz="1800" b="1">
                <a:ea typeface="+mn-lt"/>
                <a:cs typeface="+mn-lt"/>
              </a:rPr>
              <a:t>High-level depends on Abstraction:</a:t>
            </a:r>
            <a:r>
              <a:rPr lang="en-SG" sz="1800">
                <a:ea typeface="+mn-lt"/>
                <a:cs typeface="+mn-lt"/>
              </a:rPr>
              <a:t> </a:t>
            </a:r>
            <a:r>
              <a:rPr lang="en-SG" sz="1800" b="1" i="1" err="1">
                <a:latin typeface="Consolas"/>
              </a:rPr>
              <a:t>CreateInternshipAction</a:t>
            </a:r>
            <a:r>
              <a:rPr lang="en-SG" sz="1800">
                <a:ea typeface="+mn-lt"/>
                <a:cs typeface="+mn-lt"/>
              </a:rPr>
              <a:t> (high-level) depends on the </a:t>
            </a:r>
            <a:r>
              <a:rPr lang="en-SG" sz="1800" b="1" i="1" err="1">
                <a:latin typeface="Consolas"/>
              </a:rPr>
              <a:t>InternshipCsvRepository</a:t>
            </a:r>
            <a:r>
              <a:rPr lang="en-SG" sz="1800">
                <a:ea typeface="+mn-lt"/>
                <a:cs typeface="+mn-lt"/>
              </a:rPr>
              <a:t> interface, not a concrete class.</a:t>
            </a:r>
            <a:endParaRPr lang="en-US" sz="1800"/>
          </a:p>
          <a:p>
            <a:r>
              <a:rPr lang="en-SG" sz="1800" b="1">
                <a:ea typeface="+mn-lt"/>
                <a:cs typeface="+mn-lt"/>
              </a:rPr>
              <a:t>Low-level depends on Abstraction:</a:t>
            </a:r>
            <a:r>
              <a:rPr lang="en-SG" sz="1800">
                <a:ea typeface="+mn-lt"/>
                <a:cs typeface="+mn-lt"/>
              </a:rPr>
              <a:t> </a:t>
            </a:r>
            <a:r>
              <a:rPr lang="en-SG" sz="1800" b="1" i="1" err="1">
                <a:latin typeface="Consolas"/>
              </a:rPr>
              <a:t>CsvFileBoundary</a:t>
            </a:r>
            <a:r>
              <a:rPr lang="en-SG" sz="1800">
                <a:ea typeface="+mn-lt"/>
                <a:cs typeface="+mn-lt"/>
              </a:rPr>
              <a:t> (low-level) implements the </a:t>
            </a:r>
            <a:r>
              <a:rPr lang="en-SG" sz="1800" b="1" i="1" err="1">
                <a:latin typeface="Consolas"/>
              </a:rPr>
              <a:t>CsvRepository</a:t>
            </a:r>
            <a:r>
              <a:rPr lang="en-SG" sz="1800">
                <a:ea typeface="+mn-lt"/>
                <a:cs typeface="+mn-lt"/>
              </a:rPr>
              <a:t> interface, fulfilling the abstraction.</a:t>
            </a:r>
            <a:endParaRPr lang="en-SG" sz="1800"/>
          </a:p>
          <a:p>
            <a:r>
              <a:rPr lang="en-SG" sz="1800" b="1">
                <a:ea typeface="+mn-lt"/>
                <a:cs typeface="+mn-lt"/>
              </a:rPr>
              <a:t>Enables Inversion of Control:</a:t>
            </a:r>
            <a:r>
              <a:rPr lang="en-SG" sz="1800">
                <a:ea typeface="+mn-lt"/>
                <a:cs typeface="+mn-lt"/>
              </a:rPr>
              <a:t> The dependency is "injected," allowing </a:t>
            </a:r>
            <a:r>
              <a:rPr lang="en-SG" sz="1800" b="1" i="1" err="1">
                <a:latin typeface="Consolas"/>
              </a:rPr>
              <a:t>CsvFileBoundary</a:t>
            </a:r>
            <a:r>
              <a:rPr lang="en-SG" sz="1800">
                <a:ea typeface="+mn-lt"/>
                <a:cs typeface="+mn-lt"/>
              </a:rPr>
              <a:t> to be swapped out (e.g., for testing) without changing </a:t>
            </a:r>
            <a:r>
              <a:rPr lang="en-SG" sz="1800" b="1" i="1" err="1">
                <a:latin typeface="Consolas"/>
              </a:rPr>
              <a:t>CreateInternshipAction</a:t>
            </a:r>
            <a:r>
              <a:rPr lang="en-SG" sz="1800">
                <a:ea typeface="+mn-lt"/>
                <a:cs typeface="+mn-lt"/>
              </a:rPr>
              <a:t>.</a:t>
            </a:r>
            <a:endParaRPr lang="en-SG" sz="1800"/>
          </a:p>
          <a:p>
            <a:endParaRPr lang="en-SG" sz="2400"/>
          </a:p>
        </p:txBody>
      </p:sp>
      <p:pic>
        <p:nvPicPr>
          <p:cNvPr id="6" name="Content Placeholder 5" descr="Text Box 2, Textbox">
            <a:extLst>
              <a:ext uri="{FF2B5EF4-FFF2-40B4-BE49-F238E27FC236}">
                <a16:creationId xmlns:a16="http://schemas.microsoft.com/office/drawing/2014/main" id="{03C84618-CF57-75F3-0D0B-60BBBC360A2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86678" y="2539848"/>
            <a:ext cx="4752975" cy="371475"/>
          </a:xfrm>
          <a:prstGeom prst="rect">
            <a:avLst/>
          </a:prstGeom>
        </p:spPr>
      </p:pic>
      <p:pic>
        <p:nvPicPr>
          <p:cNvPr id="7" name="Picture 6" descr="Text Box 2, Textbox">
            <a:extLst>
              <a:ext uri="{FF2B5EF4-FFF2-40B4-BE49-F238E27FC236}">
                <a16:creationId xmlns:a16="http://schemas.microsoft.com/office/drawing/2014/main" id="{105B33BC-AEF2-0242-01E0-35118351F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678" y="3032359"/>
            <a:ext cx="4752975" cy="314325"/>
          </a:xfrm>
          <a:prstGeom prst="rect">
            <a:avLst/>
          </a:prstGeom>
        </p:spPr>
      </p:pic>
      <p:pic>
        <p:nvPicPr>
          <p:cNvPr id="10" name="Picture 9" descr="Text Box 2, Textbox">
            <a:extLst>
              <a:ext uri="{FF2B5EF4-FFF2-40B4-BE49-F238E27FC236}">
                <a16:creationId xmlns:a16="http://schemas.microsoft.com/office/drawing/2014/main" id="{BEBE4ACC-665A-8BD3-BF74-F41342CE4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7229" y="3690907"/>
            <a:ext cx="4772025" cy="333375"/>
          </a:xfrm>
          <a:prstGeom prst="rect">
            <a:avLst/>
          </a:prstGeom>
        </p:spPr>
      </p:pic>
      <p:pic>
        <p:nvPicPr>
          <p:cNvPr id="3" name="Picture 2" descr="A close up of a computer screen&#10;&#10;AI-generated content may be incorrect.">
            <a:extLst>
              <a:ext uri="{FF2B5EF4-FFF2-40B4-BE49-F238E27FC236}">
                <a16:creationId xmlns:a16="http://schemas.microsoft.com/office/drawing/2014/main" id="{0D01EC61-CF9B-8E6F-09B7-2E5824822DF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6" t="6190" r="-86" b="2989"/>
          <a:stretch>
            <a:fillRect/>
          </a:stretch>
        </p:blipFill>
        <p:spPr>
          <a:xfrm>
            <a:off x="6947229" y="2561122"/>
            <a:ext cx="4292385" cy="9278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F2E48F-7CB5-6571-34AD-D8664223C664}"/>
              </a:ext>
            </a:extLst>
          </p:cNvPr>
          <p:cNvSpPr txBox="1"/>
          <p:nvPr/>
        </p:nvSpPr>
        <p:spPr>
          <a:xfrm>
            <a:off x="488022" y="2037708"/>
            <a:ext cx="19349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Before: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B55849-2123-7054-6DE2-6C134003EB17}"/>
              </a:ext>
            </a:extLst>
          </p:cNvPr>
          <p:cNvSpPr txBox="1"/>
          <p:nvPr/>
        </p:nvSpPr>
        <p:spPr>
          <a:xfrm>
            <a:off x="6952179" y="2037707"/>
            <a:ext cx="19349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/>
              <a:t>After: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310B1-F9EA-A4E0-377C-64BEE7D6E290}"/>
              </a:ext>
            </a:extLst>
          </p:cNvPr>
          <p:cNvSpPr txBox="1"/>
          <p:nvPr/>
        </p:nvSpPr>
        <p:spPr>
          <a:xfrm>
            <a:off x="488022" y="1446944"/>
            <a:ext cx="46233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SG" b="1" i="1">
                <a:latin typeface="Consolas"/>
              </a:rPr>
              <a:t>CreateInternshipAction.java</a:t>
            </a:r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220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5B4A8-F3C3-AE57-65AD-4D16B7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2A83-2C2A-2C28-4E04-3765D39B5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385" y="120532"/>
            <a:ext cx="10515600" cy="1325563"/>
          </a:xfrm>
        </p:spPr>
        <p:txBody>
          <a:bodyPr/>
          <a:lstStyle/>
          <a:p>
            <a:r>
              <a:rPr lang="en-GB" b="1"/>
              <a:t>Exception Handling</a:t>
            </a:r>
            <a:endParaRPr lang="en-US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FC3220C-89B3-CE69-CB38-3FFB5D52D5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722" y="1450147"/>
            <a:ext cx="11056730" cy="10935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>
                <a:ea typeface="+mn-lt"/>
                <a:cs typeface="+mn-lt"/>
              </a:rPr>
              <a:t>Try-catch blocks in App.java to prevent program crash caused by invalid input from user.</a:t>
            </a:r>
            <a:endParaRPr lang="en-GB">
              <a:latin typeface="Aptos"/>
              <a:cs typeface="Times New Roman"/>
            </a:endParaRPr>
          </a:p>
        </p:txBody>
      </p:sp>
      <p:pic>
        <p:nvPicPr>
          <p:cNvPr id="18" name="Content Placeholder 1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D9D5CD2-7ECE-3F4B-B248-3599FDEB8ED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457304" y="2735411"/>
            <a:ext cx="5451229" cy="1924584"/>
          </a:xfrm>
          <a:prstGeom prst="rect">
            <a:avLst/>
          </a:prstGeom>
        </p:spPr>
      </p:pic>
      <p:pic>
        <p:nvPicPr>
          <p:cNvPr id="11" name="Picture 10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EB53A4D0-0FDE-D5DB-6B7B-34C79A787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473" y="2879712"/>
            <a:ext cx="5783471" cy="164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913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85A69-0D73-CC89-DF32-40F5C382B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6713" y="2764652"/>
            <a:ext cx="3838414" cy="1325563"/>
          </a:xfrm>
        </p:spPr>
        <p:txBody>
          <a:bodyPr>
            <a:noAutofit/>
          </a:bodyPr>
          <a:lstStyle/>
          <a:p>
            <a:pPr algn="ctr"/>
            <a:r>
              <a:rPr lang="en-GB" sz="9600" b="1"/>
              <a:t>Demo Time</a:t>
            </a:r>
            <a:endParaRPr lang="en-US" sz="9600"/>
          </a:p>
        </p:txBody>
      </p:sp>
    </p:spTree>
    <p:extLst>
      <p:ext uri="{BB962C8B-B14F-4D97-AF65-F5344CB8AC3E}">
        <p14:creationId xmlns:p14="http://schemas.microsoft.com/office/powerpoint/2010/main" val="2703079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B315A-02D0-380E-5AA9-8DA52646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14937-612D-1CD1-A57E-3B06954B7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237" y="120532"/>
            <a:ext cx="10515600" cy="1325563"/>
          </a:xfrm>
        </p:spPr>
        <p:txBody>
          <a:bodyPr/>
          <a:lstStyle/>
          <a:p>
            <a:r>
              <a:rPr lang="en-GB" b="1"/>
              <a:t>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F900A-0613-36DB-094C-4B844857B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2400"/>
              <a:t>Planning starts from designing class diagrams</a:t>
            </a:r>
          </a:p>
          <a:p>
            <a:r>
              <a:rPr lang="en-GB" sz="2400"/>
              <a:t>Distributed implementation tasks among members</a:t>
            </a:r>
          </a:p>
          <a:p>
            <a:r>
              <a:rPr lang="en-GB" sz="2400"/>
              <a:t>Held regular meetings for discussion </a:t>
            </a:r>
          </a:p>
          <a:p>
            <a:r>
              <a:rPr lang="en-GB" sz="2400"/>
              <a:t>Learnt to apply SOLID principles for future maintainability</a:t>
            </a:r>
          </a:p>
          <a:p>
            <a:r>
              <a:rPr lang="en-GB" sz="2400"/>
              <a:t>Create detailed documentation for reference</a:t>
            </a:r>
          </a:p>
          <a:p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919294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062FA-AB51-B3CA-5DB0-943C3DC53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830" y="129940"/>
            <a:ext cx="10515600" cy="1325563"/>
          </a:xfrm>
        </p:spPr>
        <p:txBody>
          <a:bodyPr/>
          <a:lstStyle/>
          <a:p>
            <a:r>
              <a:rPr lang="en-US" b="1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F7102-9A28-B8D3-E3F7-55B25A7D3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938145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EDD99E5DF6F3E4EA11E66D70FEDD31F" ma:contentTypeVersion="3" ma:contentTypeDescription="Create a new document." ma:contentTypeScope="" ma:versionID="8e44e50413f5a9286bfbc832ff4f1e3b">
  <xsd:schema xmlns:xsd="http://www.w3.org/2001/XMLSchema" xmlns:xs="http://www.w3.org/2001/XMLSchema" xmlns:p="http://schemas.microsoft.com/office/2006/metadata/properties" xmlns:ns2="ecd37fb1-0de9-44e4-a3a0-252775a9645a" targetNamespace="http://schemas.microsoft.com/office/2006/metadata/properties" ma:root="true" ma:fieldsID="c04cfc9d6f86c16a8a8f41a737f1abde" ns2:_="">
    <xsd:import namespace="ecd37fb1-0de9-44e4-a3a0-252775a9645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d37fb1-0de9-44e4-a3a0-252775a9645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710FCE7-B94E-41EF-A5F6-21C5D4F74528}">
  <ds:schemaRefs>
    <ds:schemaRef ds:uri="ecd37fb1-0de9-44e4-a3a0-252775a9645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6785919-F101-4734-909A-6357895C5A3D}">
  <ds:schemaRefs>
    <ds:schemaRef ds:uri="http://schemas.microsoft.com/office/2006/metadata/properties"/>
    <ds:schemaRef ds:uri="http://schemas.microsoft.com/office/infopath/2007/PartnerControls"/>
    <ds:schemaRef ds:uri="http://www.w3.org/2000/xmlns/"/>
  </ds:schemaRefs>
</ds:datastoreItem>
</file>

<file path=customXml/itemProps3.xml><?xml version="1.0" encoding="utf-8"?>
<ds:datastoreItem xmlns:ds="http://schemas.openxmlformats.org/officeDocument/2006/customXml" ds:itemID="{F1A67560-4608-45A7-952E-E2E72544D2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12</Slides>
  <Notes>12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CT2003 Team 5</vt:lpstr>
      <vt:lpstr>Activity Diagram</vt:lpstr>
      <vt:lpstr>Class Diagram</vt:lpstr>
      <vt:lpstr>Single Responsibility Principle (SRP)</vt:lpstr>
      <vt:lpstr>Opened/Closed Principle (OCP)</vt:lpstr>
      <vt:lpstr>Liskov Substitution Principle (LSP)</vt:lpstr>
      <vt:lpstr>Interface Segregation Principle (ISP)</vt:lpstr>
      <vt:lpstr>Dependency Inversion Principle (DIP)</vt:lpstr>
      <vt:lpstr>Exception Handling</vt:lpstr>
      <vt:lpstr>Demo Time</vt:lpstr>
      <vt:lpstr>Reflection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CT2003 Team 5</dc:title>
  <dc:creator/>
  <cp:revision>1</cp:revision>
  <dcterms:created xsi:type="dcterms:W3CDTF">2025-11-08T12:33:21Z</dcterms:created>
  <dcterms:modified xsi:type="dcterms:W3CDTF">2025-11-15T03:31:22Z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0x010100FEDD99E5DF6F3E4EA11E66D70FEDD31F</vt:lpwstr>
  </property>
</Properties>
</file>